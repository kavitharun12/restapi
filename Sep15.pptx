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5" r:id="rId4"/>
    <p:sldId id="264" r:id="rId5"/>
    <p:sldId id="267" r:id="rId6"/>
    <p:sldId id="262" r:id="rId7"/>
    <p:sldId id="259" r:id="rId8"/>
    <p:sldId id="263" r:id="rId9"/>
    <p:sldId id="258" r:id="rId10"/>
    <p:sldId id="261"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809016-2206-4A2F-81BF-425FFFD6656B}"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631B195-8292-4A66-9010-04A14FCA57C6}">
      <dgm:prSet/>
      <dgm:spPr/>
      <dgm:t>
        <a:bodyPr/>
        <a:lstStyle/>
        <a:p>
          <a:pPr>
            <a:lnSpc>
              <a:spcPct val="100000"/>
            </a:lnSpc>
            <a:defRPr cap="all"/>
          </a:pPr>
          <a:r>
            <a:rPr lang="en-US" b="1"/>
            <a:t>2</a:t>
          </a:r>
          <a:r>
            <a:rPr lang="en-US"/>
            <a:t>. </a:t>
          </a:r>
          <a:r>
            <a:rPr lang="en-US" b="1"/>
            <a:t>Vulnerability Processing</a:t>
          </a:r>
          <a:r>
            <a:rPr lang="en-US"/>
            <a:t>:</a:t>
          </a:r>
          <a:br>
            <a:rPr lang="en-US"/>
          </a:br>
          <a:br>
            <a:rPr lang="en-US"/>
          </a:br>
          <a:r>
            <a:rPr lang="en-US"/>
            <a:t>The script reads and parses the snyk-results.json file to get a list of all the vulnerabilities.</a:t>
          </a:r>
          <a:br>
            <a:rPr lang="en-US"/>
          </a:br>
          <a:r>
            <a:rPr lang="en-US"/>
            <a:t>It then processes these vulnerabilities one at a time in a loop.</a:t>
          </a:r>
          <a:endParaRPr lang="en-US" dirty="0"/>
        </a:p>
      </dgm:t>
    </dgm:pt>
    <dgm:pt modelId="{BC053310-74F5-4F21-AB31-A02B74ECAFB4}" type="parTrans" cxnId="{5F39A41E-14B2-4D80-913C-C9F2153D0887}">
      <dgm:prSet/>
      <dgm:spPr/>
      <dgm:t>
        <a:bodyPr/>
        <a:lstStyle/>
        <a:p>
          <a:endParaRPr lang="en-US"/>
        </a:p>
      </dgm:t>
    </dgm:pt>
    <dgm:pt modelId="{57AEE2DB-2B38-4F04-BA82-CDB2353BAE4E}" type="sibTrans" cxnId="{5F39A41E-14B2-4D80-913C-C9F2153D0887}">
      <dgm:prSet/>
      <dgm:spPr/>
      <dgm:t>
        <a:bodyPr/>
        <a:lstStyle/>
        <a:p>
          <a:endParaRPr lang="en-US"/>
        </a:p>
      </dgm:t>
    </dgm:pt>
    <dgm:pt modelId="{09CFDCFE-A7B1-432A-BD05-DA86A40331BA}">
      <dgm:prSet/>
      <dgm:spPr/>
      <dgm:t>
        <a:bodyPr/>
        <a:lstStyle/>
        <a:p>
          <a:pPr>
            <a:lnSpc>
              <a:spcPct val="100000"/>
            </a:lnSpc>
            <a:defRPr cap="all"/>
          </a:pPr>
          <a:r>
            <a:rPr lang="en-US" b="1"/>
            <a:t>3</a:t>
          </a:r>
          <a:r>
            <a:rPr lang="en-US"/>
            <a:t>. </a:t>
          </a:r>
          <a:r>
            <a:rPr lang="en-US" b="1"/>
            <a:t>AI-Powered Fix Generation</a:t>
          </a:r>
          <a:r>
            <a:rPr lang="en-US"/>
            <a:t>:</a:t>
          </a:r>
          <a:br>
            <a:rPr lang="en-US"/>
          </a:br>
          <a:br>
            <a:rPr lang="en-US"/>
          </a:br>
          <a:r>
            <a:rPr lang="en-US"/>
            <a:t>For each vulnerability, the script sends the vulnerability data and the current pom.xml content to the Mistral AI API.</a:t>
          </a:r>
          <a:br>
            <a:rPr lang="en-US"/>
          </a:br>
          <a:r>
            <a:rPr lang="en-US"/>
            <a:t>It prompts the AI to act as a Java and Maven expert and provide a corrected pom.xml with the vulnerability fixed by updating the dependency to a newer version. It also requests a summary of the fix.</a:t>
          </a:r>
          <a:endParaRPr lang="en-US" dirty="0"/>
        </a:p>
      </dgm:t>
    </dgm:pt>
    <dgm:pt modelId="{38E13A3D-72C2-4BD0-8FB4-AC5DAE2AF2AF}" type="parTrans" cxnId="{D30D5CF6-6E20-4C85-AC71-C0C7A951575F}">
      <dgm:prSet/>
      <dgm:spPr/>
      <dgm:t>
        <a:bodyPr/>
        <a:lstStyle/>
        <a:p>
          <a:endParaRPr lang="en-US"/>
        </a:p>
      </dgm:t>
    </dgm:pt>
    <dgm:pt modelId="{25F851AB-2AAC-44CD-9C9A-4D3539CE1559}" type="sibTrans" cxnId="{D30D5CF6-6E20-4C85-AC71-C0C7A951575F}">
      <dgm:prSet/>
      <dgm:spPr/>
      <dgm:t>
        <a:bodyPr/>
        <a:lstStyle/>
        <a:p>
          <a:endParaRPr lang="en-US"/>
        </a:p>
      </dgm:t>
    </dgm:pt>
    <dgm:pt modelId="{755CB8A0-78E1-4B7B-8E88-DC9EF8FA859E}">
      <dgm:prSet/>
      <dgm:spPr/>
      <dgm:t>
        <a:bodyPr/>
        <a:lstStyle/>
        <a:p>
          <a:pPr>
            <a:lnSpc>
              <a:spcPct val="100000"/>
            </a:lnSpc>
            <a:defRPr cap="all"/>
          </a:pPr>
          <a:r>
            <a:rPr lang="en-US" b="1"/>
            <a:t>4</a:t>
          </a:r>
          <a:r>
            <a:rPr lang="en-US"/>
            <a:t>. </a:t>
          </a:r>
          <a:r>
            <a:rPr lang="en-US" b="1"/>
            <a:t>Applying and Verifying the Fix</a:t>
          </a:r>
          <a:r>
            <a:rPr lang="en-US"/>
            <a:t>:</a:t>
          </a:r>
          <a:br>
            <a:rPr lang="en-US"/>
          </a:br>
          <a:br>
            <a:rPr lang="en-US"/>
          </a:br>
          <a:r>
            <a:rPr lang="en-US"/>
            <a:t>The script takes the updated pom.xml from the AI and saves it.</a:t>
          </a:r>
          <a:br>
            <a:rPr lang="en-US"/>
          </a:br>
          <a:r>
            <a:rPr lang="en-US"/>
            <a:t>It then runs a Maven build (mvn clean install) to compile the project and run tests.</a:t>
          </a:r>
          <a:br>
            <a:rPr lang="en-US"/>
          </a:br>
          <a:r>
            <a:rPr lang="en-US"/>
            <a:t>If the build is successful, it starts the Spring Boot application. Once the application has started, the script stops it.</a:t>
          </a:r>
          <a:endParaRPr lang="en-US" dirty="0"/>
        </a:p>
      </dgm:t>
    </dgm:pt>
    <dgm:pt modelId="{91EC350F-6B4F-4288-AB00-D6A35C5CED43}" type="parTrans" cxnId="{2B38F810-1F4A-4990-8291-592F8C8C7090}">
      <dgm:prSet/>
      <dgm:spPr/>
      <dgm:t>
        <a:bodyPr/>
        <a:lstStyle/>
        <a:p>
          <a:endParaRPr lang="en-US"/>
        </a:p>
      </dgm:t>
    </dgm:pt>
    <dgm:pt modelId="{6CE6A5D7-C634-45A9-9C06-F590EB42CE2B}" type="sibTrans" cxnId="{2B38F810-1F4A-4990-8291-592F8C8C7090}">
      <dgm:prSet/>
      <dgm:spPr/>
      <dgm:t>
        <a:bodyPr/>
        <a:lstStyle/>
        <a:p>
          <a:endParaRPr lang="en-US"/>
        </a:p>
      </dgm:t>
    </dgm:pt>
    <dgm:pt modelId="{EC552430-CCFE-4C8A-A329-263AD2655C60}">
      <dgm:prSet/>
      <dgm:spPr/>
      <dgm:t>
        <a:bodyPr/>
        <a:lstStyle/>
        <a:p>
          <a:pPr>
            <a:lnSpc>
              <a:spcPct val="100000"/>
            </a:lnSpc>
            <a:defRPr cap="all"/>
          </a:pPr>
          <a:r>
            <a:rPr lang="en-US" b="1"/>
            <a:t>5. Retry on Failure</a:t>
          </a:r>
          <a:r>
            <a:rPr lang="en-US"/>
            <a:t>:</a:t>
          </a:r>
          <a:br>
            <a:rPr lang="en-US"/>
          </a:br>
          <a:br>
            <a:rPr lang="en-US"/>
          </a:br>
          <a:r>
            <a:rPr lang="en-US"/>
            <a:t>If the Maven build or the application startup fails, the script will retry the fix process up to three times. It informs the AI about the previous failure to get an alternative solution.</a:t>
          </a:r>
          <a:endParaRPr lang="en-US" dirty="0"/>
        </a:p>
      </dgm:t>
    </dgm:pt>
    <dgm:pt modelId="{221FCD88-E06D-4784-BD93-4F71ABD2EF2E}" type="parTrans" cxnId="{81B8FDCE-E30F-48B1-A035-0AD757DC5EEC}">
      <dgm:prSet/>
      <dgm:spPr/>
      <dgm:t>
        <a:bodyPr/>
        <a:lstStyle/>
        <a:p>
          <a:endParaRPr lang="en-US"/>
        </a:p>
      </dgm:t>
    </dgm:pt>
    <dgm:pt modelId="{51531A65-9B8F-48BB-9856-10762A8D4481}" type="sibTrans" cxnId="{81B8FDCE-E30F-48B1-A035-0AD757DC5EEC}">
      <dgm:prSet/>
      <dgm:spPr/>
      <dgm:t>
        <a:bodyPr/>
        <a:lstStyle/>
        <a:p>
          <a:endParaRPr lang="en-US"/>
        </a:p>
      </dgm:t>
    </dgm:pt>
    <dgm:pt modelId="{E3794270-2020-4A5A-A361-A1CE8FF291ED}">
      <dgm:prSet/>
      <dgm:spPr/>
      <dgm:t>
        <a:bodyPr/>
        <a:lstStyle/>
        <a:p>
          <a:pPr>
            <a:lnSpc>
              <a:spcPct val="100000"/>
            </a:lnSpc>
            <a:defRPr cap="all"/>
          </a:pPr>
          <a:r>
            <a:rPr lang="en-US" b="1"/>
            <a:t>6. GitHub Integration</a:t>
          </a:r>
          <a:r>
            <a:rPr lang="en-US"/>
            <a:t>:</a:t>
          </a:r>
          <a:br>
            <a:rPr lang="en-US"/>
          </a:br>
          <a:br>
            <a:rPr lang="en-US"/>
          </a:br>
          <a:r>
            <a:rPr lang="en-US"/>
            <a:t>After a vulnerability is successfully fixed and verified, It creates a new branch.</a:t>
          </a:r>
          <a:br>
            <a:rPr lang="en-US"/>
          </a:br>
          <a:r>
            <a:rPr lang="en-US"/>
            <a:t>It commits the modified pom.xml file to this new branch.</a:t>
          </a:r>
          <a:br>
            <a:rPr lang="en-US"/>
          </a:br>
          <a:r>
            <a:rPr lang="en-US"/>
            <a:t>Finally, it creates a pull request to merge the changes from the new branch into the main branch.</a:t>
          </a:r>
          <a:br>
            <a:rPr lang="en-US"/>
          </a:br>
          <a:endParaRPr lang="en-US" dirty="0"/>
        </a:p>
      </dgm:t>
    </dgm:pt>
    <dgm:pt modelId="{739BDBC4-2CB0-4203-B2FC-3A0DCBABF8C0}" type="parTrans" cxnId="{242A277A-D04A-4163-808E-21D20619F740}">
      <dgm:prSet/>
      <dgm:spPr/>
      <dgm:t>
        <a:bodyPr/>
        <a:lstStyle/>
        <a:p>
          <a:endParaRPr lang="en-US"/>
        </a:p>
      </dgm:t>
    </dgm:pt>
    <dgm:pt modelId="{35BA9DB9-65C2-46F1-8846-B703EFF3631C}" type="sibTrans" cxnId="{242A277A-D04A-4163-808E-21D20619F740}">
      <dgm:prSet/>
      <dgm:spPr/>
      <dgm:t>
        <a:bodyPr/>
        <a:lstStyle/>
        <a:p>
          <a:endParaRPr lang="en-US"/>
        </a:p>
      </dgm:t>
    </dgm:pt>
    <dgm:pt modelId="{7380FE8D-8C95-4872-B9A1-7027BEE38A31}">
      <dgm:prSet/>
      <dgm:spPr/>
      <dgm:t>
        <a:bodyPr/>
        <a:lstStyle/>
        <a:p>
          <a:pPr>
            <a:lnSpc>
              <a:spcPct val="100000"/>
            </a:lnSpc>
            <a:defRPr cap="all"/>
          </a:pPr>
          <a:br>
            <a:rPr lang="en-US" dirty="0"/>
          </a:br>
          <a:br>
            <a:rPr lang="en-US" dirty="0"/>
          </a:br>
          <a:r>
            <a:rPr lang="en-US" b="1" dirty="0"/>
            <a:t>1</a:t>
          </a:r>
          <a:r>
            <a:rPr lang="en-US" dirty="0"/>
            <a:t>. </a:t>
          </a:r>
          <a:r>
            <a:rPr lang="en-US" b="1" dirty="0" err="1"/>
            <a:t>Snyk</a:t>
          </a:r>
          <a:r>
            <a:rPr lang="en-US" b="1" dirty="0"/>
            <a:t> Scan</a:t>
          </a:r>
          <a:r>
            <a:rPr lang="en-US" dirty="0"/>
            <a:t>:</a:t>
          </a:r>
          <a:br>
            <a:rPr lang="en-US" dirty="0"/>
          </a:br>
          <a:br>
            <a:rPr lang="en-US" dirty="0"/>
          </a:br>
          <a:r>
            <a:rPr lang="en-US" dirty="0"/>
            <a:t>It begins by executing a </a:t>
          </a:r>
          <a:r>
            <a:rPr lang="en-US" dirty="0" err="1"/>
            <a:t>Snyk</a:t>
          </a:r>
          <a:r>
            <a:rPr lang="en-US" dirty="0"/>
            <a:t> scan on the pom..</a:t>
          </a:r>
          <a:br>
            <a:rPr lang="en-US" dirty="0"/>
          </a:br>
          <a:r>
            <a:rPr lang="en-US" dirty="0"/>
            <a:t>The results of this scan, which detail any found vulnerabilities, are saved as a JSON file.</a:t>
          </a:r>
        </a:p>
      </dgm:t>
    </dgm:pt>
    <dgm:pt modelId="{A9C3A29A-7883-4355-A705-E6376C3B143E}" type="sibTrans" cxnId="{BE1835D4-BFF6-44E0-9AFC-0FB075BE37E3}">
      <dgm:prSet/>
      <dgm:spPr/>
      <dgm:t>
        <a:bodyPr/>
        <a:lstStyle/>
        <a:p>
          <a:endParaRPr lang="en-US"/>
        </a:p>
      </dgm:t>
    </dgm:pt>
    <dgm:pt modelId="{3D47152C-C06E-4B47-98FB-42A2E40A2321}" type="parTrans" cxnId="{BE1835D4-BFF6-44E0-9AFC-0FB075BE37E3}">
      <dgm:prSet/>
      <dgm:spPr/>
      <dgm:t>
        <a:bodyPr/>
        <a:lstStyle/>
        <a:p>
          <a:endParaRPr lang="en-US"/>
        </a:p>
      </dgm:t>
    </dgm:pt>
    <dgm:pt modelId="{ADA41E86-4A37-473A-B33B-2F252031821F}" type="pres">
      <dgm:prSet presAssocID="{FD809016-2206-4A2F-81BF-425FFFD6656B}" presName="root" presStyleCnt="0">
        <dgm:presLayoutVars>
          <dgm:dir/>
          <dgm:resizeHandles val="exact"/>
        </dgm:presLayoutVars>
      </dgm:prSet>
      <dgm:spPr/>
    </dgm:pt>
    <dgm:pt modelId="{B471314E-7A58-42E1-A70F-A3F6F7F20969}" type="pres">
      <dgm:prSet presAssocID="{7380FE8D-8C95-4872-B9A1-7027BEE38A31}" presName="compNode" presStyleCnt="0"/>
      <dgm:spPr/>
    </dgm:pt>
    <dgm:pt modelId="{BA7B7538-3557-4EE9-B3D5-BDB3E4D2AE1B}" type="pres">
      <dgm:prSet presAssocID="{7380FE8D-8C95-4872-B9A1-7027BEE38A31}" presName="iconBgRect" presStyleLbl="bgShp" presStyleIdx="0" presStyleCnt="6"/>
      <dgm:spPr/>
    </dgm:pt>
    <dgm:pt modelId="{018A820C-7370-4FDE-90B8-9C6BE9D2CF4B}" type="pres">
      <dgm:prSet presAssocID="{7380FE8D-8C95-4872-B9A1-7027BEE38A31}"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FA931E5B-7904-4711-8032-4C9C96A03175}" type="pres">
      <dgm:prSet presAssocID="{7380FE8D-8C95-4872-B9A1-7027BEE38A31}" presName="spaceRect" presStyleCnt="0"/>
      <dgm:spPr/>
    </dgm:pt>
    <dgm:pt modelId="{0174AF85-4011-4C3C-BEFA-0E65C192CA89}" type="pres">
      <dgm:prSet presAssocID="{7380FE8D-8C95-4872-B9A1-7027BEE38A31}" presName="textRect" presStyleLbl="revTx" presStyleIdx="0" presStyleCnt="6">
        <dgm:presLayoutVars>
          <dgm:chMax val="1"/>
          <dgm:chPref val="1"/>
        </dgm:presLayoutVars>
      </dgm:prSet>
      <dgm:spPr/>
    </dgm:pt>
    <dgm:pt modelId="{22C303EF-4FD0-45C3-A215-A2E7AFF080AC}" type="pres">
      <dgm:prSet presAssocID="{A9C3A29A-7883-4355-A705-E6376C3B143E}" presName="sibTrans" presStyleCnt="0"/>
      <dgm:spPr/>
    </dgm:pt>
    <dgm:pt modelId="{C7DF8A29-BE88-4473-85AA-CD6577886FA2}" type="pres">
      <dgm:prSet presAssocID="{1631B195-8292-4A66-9010-04A14FCA57C6}" presName="compNode" presStyleCnt="0"/>
      <dgm:spPr/>
    </dgm:pt>
    <dgm:pt modelId="{EB4DCB40-5CFC-4985-8FD6-FD22793C0EBC}" type="pres">
      <dgm:prSet presAssocID="{1631B195-8292-4A66-9010-04A14FCA57C6}" presName="iconBgRect" presStyleLbl="bgShp" presStyleIdx="1" presStyleCnt="6"/>
      <dgm:spPr/>
    </dgm:pt>
    <dgm:pt modelId="{6C57F088-C5C7-4C54-94C6-A8974836219B}" type="pres">
      <dgm:prSet presAssocID="{1631B195-8292-4A66-9010-04A14FCA57C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365EA700-ADD8-436E-8FA0-B2B8AAC1CF30}" type="pres">
      <dgm:prSet presAssocID="{1631B195-8292-4A66-9010-04A14FCA57C6}" presName="spaceRect" presStyleCnt="0"/>
      <dgm:spPr/>
    </dgm:pt>
    <dgm:pt modelId="{DEA5055F-F689-4910-AA73-56DCB745170C}" type="pres">
      <dgm:prSet presAssocID="{1631B195-8292-4A66-9010-04A14FCA57C6}" presName="textRect" presStyleLbl="revTx" presStyleIdx="1" presStyleCnt="6">
        <dgm:presLayoutVars>
          <dgm:chMax val="1"/>
          <dgm:chPref val="1"/>
        </dgm:presLayoutVars>
      </dgm:prSet>
      <dgm:spPr/>
    </dgm:pt>
    <dgm:pt modelId="{21F19B44-B57E-49E9-8FDB-C9EB8122EBA6}" type="pres">
      <dgm:prSet presAssocID="{57AEE2DB-2B38-4F04-BA82-CDB2353BAE4E}" presName="sibTrans" presStyleCnt="0"/>
      <dgm:spPr/>
    </dgm:pt>
    <dgm:pt modelId="{72A5A64B-12B1-4550-9953-DB303B563E84}" type="pres">
      <dgm:prSet presAssocID="{09CFDCFE-A7B1-432A-BD05-DA86A40331BA}" presName="compNode" presStyleCnt="0"/>
      <dgm:spPr/>
    </dgm:pt>
    <dgm:pt modelId="{CC9E685D-C501-4CBA-9B82-BF8229CEA4A9}" type="pres">
      <dgm:prSet presAssocID="{09CFDCFE-A7B1-432A-BD05-DA86A40331BA}" presName="iconBgRect" presStyleLbl="bgShp" presStyleIdx="2" presStyleCnt="6"/>
      <dgm:spPr/>
    </dgm:pt>
    <dgm:pt modelId="{1FB25D81-68C1-4DCE-A3A3-26FDE5687C10}" type="pres">
      <dgm:prSet presAssocID="{09CFDCFE-A7B1-432A-BD05-DA86A40331BA}" presName="iconRect" presStyleLbl="node1" presStyleIdx="2"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A26C000D-297C-4254-8103-99AEFFFF2C84}" type="pres">
      <dgm:prSet presAssocID="{09CFDCFE-A7B1-432A-BD05-DA86A40331BA}" presName="spaceRect" presStyleCnt="0"/>
      <dgm:spPr/>
    </dgm:pt>
    <dgm:pt modelId="{D199D655-111D-4058-AD53-0C083BA9E72C}" type="pres">
      <dgm:prSet presAssocID="{09CFDCFE-A7B1-432A-BD05-DA86A40331BA}" presName="textRect" presStyleLbl="revTx" presStyleIdx="2" presStyleCnt="6">
        <dgm:presLayoutVars>
          <dgm:chMax val="1"/>
          <dgm:chPref val="1"/>
        </dgm:presLayoutVars>
      </dgm:prSet>
      <dgm:spPr/>
    </dgm:pt>
    <dgm:pt modelId="{C0A60782-95F7-4698-A7FC-ACA577FA00E7}" type="pres">
      <dgm:prSet presAssocID="{25F851AB-2AAC-44CD-9C9A-4D3539CE1559}" presName="sibTrans" presStyleCnt="0"/>
      <dgm:spPr/>
    </dgm:pt>
    <dgm:pt modelId="{DB4E2C98-55B1-4622-B004-FA2E652DCD6D}" type="pres">
      <dgm:prSet presAssocID="{755CB8A0-78E1-4B7B-8E88-DC9EF8FA859E}" presName="compNode" presStyleCnt="0"/>
      <dgm:spPr/>
    </dgm:pt>
    <dgm:pt modelId="{17C2067B-B7BE-48AB-B3BB-FC1F5E0C4EF2}" type="pres">
      <dgm:prSet presAssocID="{755CB8A0-78E1-4B7B-8E88-DC9EF8FA859E}" presName="iconBgRect" presStyleLbl="bgShp" presStyleIdx="3" presStyleCnt="6"/>
      <dgm:spPr/>
    </dgm:pt>
    <dgm:pt modelId="{4C43F49D-3FBA-4058-AA0D-C56F68CC9223}" type="pres">
      <dgm:prSet presAssocID="{755CB8A0-78E1-4B7B-8E88-DC9EF8FA859E}" presName="iconRect" presStyleLbl="node1" presStyleIdx="3"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ears"/>
        </a:ext>
      </dgm:extLst>
    </dgm:pt>
    <dgm:pt modelId="{74055332-5971-4973-8952-EEB13E4A27DF}" type="pres">
      <dgm:prSet presAssocID="{755CB8A0-78E1-4B7B-8E88-DC9EF8FA859E}" presName="spaceRect" presStyleCnt="0"/>
      <dgm:spPr/>
    </dgm:pt>
    <dgm:pt modelId="{78389735-378A-4B47-8B6E-E23AF9CCBDAB}" type="pres">
      <dgm:prSet presAssocID="{755CB8A0-78E1-4B7B-8E88-DC9EF8FA859E}" presName="textRect" presStyleLbl="revTx" presStyleIdx="3" presStyleCnt="6">
        <dgm:presLayoutVars>
          <dgm:chMax val="1"/>
          <dgm:chPref val="1"/>
        </dgm:presLayoutVars>
      </dgm:prSet>
      <dgm:spPr/>
    </dgm:pt>
    <dgm:pt modelId="{A13DE40E-4C22-4C1D-91FB-D8821B415D16}" type="pres">
      <dgm:prSet presAssocID="{6CE6A5D7-C634-45A9-9C06-F590EB42CE2B}" presName="sibTrans" presStyleCnt="0"/>
      <dgm:spPr/>
    </dgm:pt>
    <dgm:pt modelId="{517AF709-7BE3-4BFF-B577-E5233C35D119}" type="pres">
      <dgm:prSet presAssocID="{EC552430-CCFE-4C8A-A329-263AD2655C60}" presName="compNode" presStyleCnt="0"/>
      <dgm:spPr/>
    </dgm:pt>
    <dgm:pt modelId="{5F91D9AE-6F29-4C94-BFB0-F5ABD81A3E32}" type="pres">
      <dgm:prSet presAssocID="{EC552430-CCFE-4C8A-A329-263AD2655C60}" presName="iconBgRect" presStyleLbl="bgShp" presStyleIdx="4" presStyleCnt="6"/>
      <dgm:spPr/>
    </dgm:pt>
    <dgm:pt modelId="{8520BF90-CF88-45EA-8AF1-A303F8376DC2}" type="pres">
      <dgm:prSet presAssocID="{EC552430-CCFE-4C8A-A329-263AD2655C60}" presName="iconRect" presStyleLbl="node1" presStyleIdx="4"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erver"/>
        </a:ext>
      </dgm:extLst>
    </dgm:pt>
    <dgm:pt modelId="{30021FB4-4A7F-4D95-BE88-CD5EECBCD260}" type="pres">
      <dgm:prSet presAssocID="{EC552430-CCFE-4C8A-A329-263AD2655C60}" presName="spaceRect" presStyleCnt="0"/>
      <dgm:spPr/>
    </dgm:pt>
    <dgm:pt modelId="{68730B0D-F09A-4A86-A372-D1C5A05F3A6D}" type="pres">
      <dgm:prSet presAssocID="{EC552430-CCFE-4C8A-A329-263AD2655C60}" presName="textRect" presStyleLbl="revTx" presStyleIdx="4" presStyleCnt="6">
        <dgm:presLayoutVars>
          <dgm:chMax val="1"/>
          <dgm:chPref val="1"/>
        </dgm:presLayoutVars>
      </dgm:prSet>
      <dgm:spPr/>
    </dgm:pt>
    <dgm:pt modelId="{7A3CFF56-ED41-466D-91B0-26EEFBF5D060}" type="pres">
      <dgm:prSet presAssocID="{51531A65-9B8F-48BB-9856-10762A8D4481}" presName="sibTrans" presStyleCnt="0"/>
      <dgm:spPr/>
    </dgm:pt>
    <dgm:pt modelId="{1BBC7772-BE50-4589-AEFC-D9A790ECD93C}" type="pres">
      <dgm:prSet presAssocID="{E3794270-2020-4A5A-A361-A1CE8FF291ED}" presName="compNode" presStyleCnt="0"/>
      <dgm:spPr/>
    </dgm:pt>
    <dgm:pt modelId="{1E95473E-3371-4F80-A9BB-9F4AFF95EE6C}" type="pres">
      <dgm:prSet presAssocID="{E3794270-2020-4A5A-A361-A1CE8FF291ED}" presName="iconBgRect" presStyleLbl="bgShp" presStyleIdx="5" presStyleCnt="6"/>
      <dgm:spPr/>
    </dgm:pt>
    <dgm:pt modelId="{1B039F3E-01EC-471A-81A8-9A25DBBF00C5}" type="pres">
      <dgm:prSet presAssocID="{E3794270-2020-4A5A-A361-A1CE8FF291ED}" presName="iconRect" presStyleLbl="node1" presStyleIdx="5"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canner"/>
        </a:ext>
      </dgm:extLst>
    </dgm:pt>
    <dgm:pt modelId="{4159BF29-52ED-4131-AEA5-3EF85CB7D03D}" type="pres">
      <dgm:prSet presAssocID="{E3794270-2020-4A5A-A361-A1CE8FF291ED}" presName="spaceRect" presStyleCnt="0"/>
      <dgm:spPr/>
    </dgm:pt>
    <dgm:pt modelId="{B806568E-7D2A-4F91-8267-B04DCA62D463}" type="pres">
      <dgm:prSet presAssocID="{E3794270-2020-4A5A-A361-A1CE8FF291ED}" presName="textRect" presStyleLbl="revTx" presStyleIdx="5" presStyleCnt="6">
        <dgm:presLayoutVars>
          <dgm:chMax val="1"/>
          <dgm:chPref val="1"/>
        </dgm:presLayoutVars>
      </dgm:prSet>
      <dgm:spPr/>
    </dgm:pt>
  </dgm:ptLst>
  <dgm:cxnLst>
    <dgm:cxn modelId="{2B38F810-1F4A-4990-8291-592F8C8C7090}" srcId="{FD809016-2206-4A2F-81BF-425FFFD6656B}" destId="{755CB8A0-78E1-4B7B-8E88-DC9EF8FA859E}" srcOrd="3" destOrd="0" parTransId="{91EC350F-6B4F-4288-AB00-D6A35C5CED43}" sibTransId="{6CE6A5D7-C634-45A9-9C06-F590EB42CE2B}"/>
    <dgm:cxn modelId="{5F39A41E-14B2-4D80-913C-C9F2153D0887}" srcId="{FD809016-2206-4A2F-81BF-425FFFD6656B}" destId="{1631B195-8292-4A66-9010-04A14FCA57C6}" srcOrd="1" destOrd="0" parTransId="{BC053310-74F5-4F21-AB31-A02B74ECAFB4}" sibTransId="{57AEE2DB-2B38-4F04-BA82-CDB2353BAE4E}"/>
    <dgm:cxn modelId="{709B4B3D-6C72-43C5-8646-635C8629F62D}" type="presOf" srcId="{7380FE8D-8C95-4872-B9A1-7027BEE38A31}" destId="{0174AF85-4011-4C3C-BEFA-0E65C192CA89}" srcOrd="0" destOrd="0" presId="urn:microsoft.com/office/officeart/2018/5/layout/IconCircleLabelList"/>
    <dgm:cxn modelId="{9A13095D-E6F1-445C-AC98-AD70EFED54EF}" type="presOf" srcId="{755CB8A0-78E1-4B7B-8E88-DC9EF8FA859E}" destId="{78389735-378A-4B47-8B6E-E23AF9CCBDAB}" srcOrd="0" destOrd="0" presId="urn:microsoft.com/office/officeart/2018/5/layout/IconCircleLabelList"/>
    <dgm:cxn modelId="{77685542-B804-4A26-8671-7A5BED3C77D0}" type="presOf" srcId="{09CFDCFE-A7B1-432A-BD05-DA86A40331BA}" destId="{D199D655-111D-4058-AD53-0C083BA9E72C}" srcOrd="0" destOrd="0" presId="urn:microsoft.com/office/officeart/2018/5/layout/IconCircleLabelList"/>
    <dgm:cxn modelId="{E5CBD973-BB59-48BB-9947-8FF43C0E9F9D}" type="presOf" srcId="{FD809016-2206-4A2F-81BF-425FFFD6656B}" destId="{ADA41E86-4A37-473A-B33B-2F252031821F}" srcOrd="0" destOrd="0" presId="urn:microsoft.com/office/officeart/2018/5/layout/IconCircleLabelList"/>
    <dgm:cxn modelId="{242A277A-D04A-4163-808E-21D20619F740}" srcId="{FD809016-2206-4A2F-81BF-425FFFD6656B}" destId="{E3794270-2020-4A5A-A361-A1CE8FF291ED}" srcOrd="5" destOrd="0" parTransId="{739BDBC4-2CB0-4203-B2FC-3A0DCBABF8C0}" sibTransId="{35BA9DB9-65C2-46F1-8846-B703EFF3631C}"/>
    <dgm:cxn modelId="{6F819D8D-5EB4-4BE3-AF36-D2750B8C8289}" type="presOf" srcId="{1631B195-8292-4A66-9010-04A14FCA57C6}" destId="{DEA5055F-F689-4910-AA73-56DCB745170C}" srcOrd="0" destOrd="0" presId="urn:microsoft.com/office/officeart/2018/5/layout/IconCircleLabelList"/>
    <dgm:cxn modelId="{06945DBB-EFCD-436A-880C-3EE1D089AA7D}" type="presOf" srcId="{EC552430-CCFE-4C8A-A329-263AD2655C60}" destId="{68730B0D-F09A-4A86-A372-D1C5A05F3A6D}" srcOrd="0" destOrd="0" presId="urn:microsoft.com/office/officeart/2018/5/layout/IconCircleLabelList"/>
    <dgm:cxn modelId="{81B8FDCE-E30F-48B1-A035-0AD757DC5EEC}" srcId="{FD809016-2206-4A2F-81BF-425FFFD6656B}" destId="{EC552430-CCFE-4C8A-A329-263AD2655C60}" srcOrd="4" destOrd="0" parTransId="{221FCD88-E06D-4784-BD93-4F71ABD2EF2E}" sibTransId="{51531A65-9B8F-48BB-9856-10762A8D4481}"/>
    <dgm:cxn modelId="{BE1835D4-BFF6-44E0-9AFC-0FB075BE37E3}" srcId="{FD809016-2206-4A2F-81BF-425FFFD6656B}" destId="{7380FE8D-8C95-4872-B9A1-7027BEE38A31}" srcOrd="0" destOrd="0" parTransId="{3D47152C-C06E-4B47-98FB-42A2E40A2321}" sibTransId="{A9C3A29A-7883-4355-A705-E6376C3B143E}"/>
    <dgm:cxn modelId="{946DA9DC-F742-43A6-B3CB-93F78778F420}" type="presOf" srcId="{E3794270-2020-4A5A-A361-A1CE8FF291ED}" destId="{B806568E-7D2A-4F91-8267-B04DCA62D463}" srcOrd="0" destOrd="0" presId="urn:microsoft.com/office/officeart/2018/5/layout/IconCircleLabelList"/>
    <dgm:cxn modelId="{D30D5CF6-6E20-4C85-AC71-C0C7A951575F}" srcId="{FD809016-2206-4A2F-81BF-425FFFD6656B}" destId="{09CFDCFE-A7B1-432A-BD05-DA86A40331BA}" srcOrd="2" destOrd="0" parTransId="{38E13A3D-72C2-4BD0-8FB4-AC5DAE2AF2AF}" sibTransId="{25F851AB-2AAC-44CD-9C9A-4D3539CE1559}"/>
    <dgm:cxn modelId="{5495C50E-215B-4A62-AFC3-2F3D73C69AD4}" type="presParOf" srcId="{ADA41E86-4A37-473A-B33B-2F252031821F}" destId="{B471314E-7A58-42E1-A70F-A3F6F7F20969}" srcOrd="0" destOrd="0" presId="urn:microsoft.com/office/officeart/2018/5/layout/IconCircleLabelList"/>
    <dgm:cxn modelId="{985532CF-C54A-4F05-8116-2843949DEA6D}" type="presParOf" srcId="{B471314E-7A58-42E1-A70F-A3F6F7F20969}" destId="{BA7B7538-3557-4EE9-B3D5-BDB3E4D2AE1B}" srcOrd="0" destOrd="0" presId="urn:microsoft.com/office/officeart/2018/5/layout/IconCircleLabelList"/>
    <dgm:cxn modelId="{32B231B7-C7C4-45CC-95E7-0BF872DC979E}" type="presParOf" srcId="{B471314E-7A58-42E1-A70F-A3F6F7F20969}" destId="{018A820C-7370-4FDE-90B8-9C6BE9D2CF4B}" srcOrd="1" destOrd="0" presId="urn:microsoft.com/office/officeart/2018/5/layout/IconCircleLabelList"/>
    <dgm:cxn modelId="{FEB6640E-68D0-40AE-923F-80D3C9AC9832}" type="presParOf" srcId="{B471314E-7A58-42E1-A70F-A3F6F7F20969}" destId="{FA931E5B-7904-4711-8032-4C9C96A03175}" srcOrd="2" destOrd="0" presId="urn:microsoft.com/office/officeart/2018/5/layout/IconCircleLabelList"/>
    <dgm:cxn modelId="{97567667-E030-45FE-B057-E75E1FA38BD3}" type="presParOf" srcId="{B471314E-7A58-42E1-A70F-A3F6F7F20969}" destId="{0174AF85-4011-4C3C-BEFA-0E65C192CA89}" srcOrd="3" destOrd="0" presId="urn:microsoft.com/office/officeart/2018/5/layout/IconCircleLabelList"/>
    <dgm:cxn modelId="{9B7F6326-D4CE-4836-BEB7-3FE2B149565D}" type="presParOf" srcId="{ADA41E86-4A37-473A-B33B-2F252031821F}" destId="{22C303EF-4FD0-45C3-A215-A2E7AFF080AC}" srcOrd="1" destOrd="0" presId="urn:microsoft.com/office/officeart/2018/5/layout/IconCircleLabelList"/>
    <dgm:cxn modelId="{3F61EF6D-D6FE-4F95-84F9-5CCA67ED0BBA}" type="presParOf" srcId="{ADA41E86-4A37-473A-B33B-2F252031821F}" destId="{C7DF8A29-BE88-4473-85AA-CD6577886FA2}" srcOrd="2" destOrd="0" presId="urn:microsoft.com/office/officeart/2018/5/layout/IconCircleLabelList"/>
    <dgm:cxn modelId="{7671B0FB-3E99-45CD-A2C5-A71468A30CF9}" type="presParOf" srcId="{C7DF8A29-BE88-4473-85AA-CD6577886FA2}" destId="{EB4DCB40-5CFC-4985-8FD6-FD22793C0EBC}" srcOrd="0" destOrd="0" presId="urn:microsoft.com/office/officeart/2018/5/layout/IconCircleLabelList"/>
    <dgm:cxn modelId="{A7E647A0-C7C4-47F3-A471-D28B37D688A3}" type="presParOf" srcId="{C7DF8A29-BE88-4473-85AA-CD6577886FA2}" destId="{6C57F088-C5C7-4C54-94C6-A8974836219B}" srcOrd="1" destOrd="0" presId="urn:microsoft.com/office/officeart/2018/5/layout/IconCircleLabelList"/>
    <dgm:cxn modelId="{904E5523-E4D4-46A7-9B25-D68A9CADA7FE}" type="presParOf" srcId="{C7DF8A29-BE88-4473-85AA-CD6577886FA2}" destId="{365EA700-ADD8-436E-8FA0-B2B8AAC1CF30}" srcOrd="2" destOrd="0" presId="urn:microsoft.com/office/officeart/2018/5/layout/IconCircleLabelList"/>
    <dgm:cxn modelId="{F3010791-6F1F-46DC-A342-5911717F79B1}" type="presParOf" srcId="{C7DF8A29-BE88-4473-85AA-CD6577886FA2}" destId="{DEA5055F-F689-4910-AA73-56DCB745170C}" srcOrd="3" destOrd="0" presId="urn:microsoft.com/office/officeart/2018/5/layout/IconCircleLabelList"/>
    <dgm:cxn modelId="{99C216E5-5BD6-4561-8A75-7109B4C11A2F}" type="presParOf" srcId="{ADA41E86-4A37-473A-B33B-2F252031821F}" destId="{21F19B44-B57E-49E9-8FDB-C9EB8122EBA6}" srcOrd="3" destOrd="0" presId="urn:microsoft.com/office/officeart/2018/5/layout/IconCircleLabelList"/>
    <dgm:cxn modelId="{818D13F0-37C5-4914-9578-00E0ED4E256D}" type="presParOf" srcId="{ADA41E86-4A37-473A-B33B-2F252031821F}" destId="{72A5A64B-12B1-4550-9953-DB303B563E84}" srcOrd="4" destOrd="0" presId="urn:microsoft.com/office/officeart/2018/5/layout/IconCircleLabelList"/>
    <dgm:cxn modelId="{922E5E43-0B52-4A28-AB7D-EFEF3C157DC9}" type="presParOf" srcId="{72A5A64B-12B1-4550-9953-DB303B563E84}" destId="{CC9E685D-C501-4CBA-9B82-BF8229CEA4A9}" srcOrd="0" destOrd="0" presId="urn:microsoft.com/office/officeart/2018/5/layout/IconCircleLabelList"/>
    <dgm:cxn modelId="{2744C232-B4D6-4F1D-B266-5643B0CD8BCD}" type="presParOf" srcId="{72A5A64B-12B1-4550-9953-DB303B563E84}" destId="{1FB25D81-68C1-4DCE-A3A3-26FDE5687C10}" srcOrd="1" destOrd="0" presId="urn:microsoft.com/office/officeart/2018/5/layout/IconCircleLabelList"/>
    <dgm:cxn modelId="{54875BFA-D5DF-4826-8A59-F505B90BC65E}" type="presParOf" srcId="{72A5A64B-12B1-4550-9953-DB303B563E84}" destId="{A26C000D-297C-4254-8103-99AEFFFF2C84}" srcOrd="2" destOrd="0" presId="urn:microsoft.com/office/officeart/2018/5/layout/IconCircleLabelList"/>
    <dgm:cxn modelId="{16375EFD-AED5-4110-A9FD-9794E2631C98}" type="presParOf" srcId="{72A5A64B-12B1-4550-9953-DB303B563E84}" destId="{D199D655-111D-4058-AD53-0C083BA9E72C}" srcOrd="3" destOrd="0" presId="urn:microsoft.com/office/officeart/2018/5/layout/IconCircleLabelList"/>
    <dgm:cxn modelId="{AF76D0FD-A849-4CB4-BCD7-9A77F5EDD1D2}" type="presParOf" srcId="{ADA41E86-4A37-473A-B33B-2F252031821F}" destId="{C0A60782-95F7-4698-A7FC-ACA577FA00E7}" srcOrd="5" destOrd="0" presId="urn:microsoft.com/office/officeart/2018/5/layout/IconCircleLabelList"/>
    <dgm:cxn modelId="{EA01E58A-4A15-4313-B216-0FE2473875E4}" type="presParOf" srcId="{ADA41E86-4A37-473A-B33B-2F252031821F}" destId="{DB4E2C98-55B1-4622-B004-FA2E652DCD6D}" srcOrd="6" destOrd="0" presId="urn:microsoft.com/office/officeart/2018/5/layout/IconCircleLabelList"/>
    <dgm:cxn modelId="{7FE31C9D-88BC-4381-8E4B-9417E1D1E753}" type="presParOf" srcId="{DB4E2C98-55B1-4622-B004-FA2E652DCD6D}" destId="{17C2067B-B7BE-48AB-B3BB-FC1F5E0C4EF2}" srcOrd="0" destOrd="0" presId="urn:microsoft.com/office/officeart/2018/5/layout/IconCircleLabelList"/>
    <dgm:cxn modelId="{C2EC0CBF-97AE-4E7D-BAB1-55E9613BCAF9}" type="presParOf" srcId="{DB4E2C98-55B1-4622-B004-FA2E652DCD6D}" destId="{4C43F49D-3FBA-4058-AA0D-C56F68CC9223}" srcOrd="1" destOrd="0" presId="urn:microsoft.com/office/officeart/2018/5/layout/IconCircleLabelList"/>
    <dgm:cxn modelId="{0C0D0F8D-766C-43E7-BAAA-9709D9B0F9BF}" type="presParOf" srcId="{DB4E2C98-55B1-4622-B004-FA2E652DCD6D}" destId="{74055332-5971-4973-8952-EEB13E4A27DF}" srcOrd="2" destOrd="0" presId="urn:microsoft.com/office/officeart/2018/5/layout/IconCircleLabelList"/>
    <dgm:cxn modelId="{150EFBCA-EB25-4694-8903-BF6FE17C9E53}" type="presParOf" srcId="{DB4E2C98-55B1-4622-B004-FA2E652DCD6D}" destId="{78389735-378A-4B47-8B6E-E23AF9CCBDAB}" srcOrd="3" destOrd="0" presId="urn:microsoft.com/office/officeart/2018/5/layout/IconCircleLabelList"/>
    <dgm:cxn modelId="{C5EEBC60-6F0E-48B8-8657-FDDA0421AD0A}" type="presParOf" srcId="{ADA41E86-4A37-473A-B33B-2F252031821F}" destId="{A13DE40E-4C22-4C1D-91FB-D8821B415D16}" srcOrd="7" destOrd="0" presId="urn:microsoft.com/office/officeart/2018/5/layout/IconCircleLabelList"/>
    <dgm:cxn modelId="{49399E62-84E9-4012-BBEC-547F418EF7B9}" type="presParOf" srcId="{ADA41E86-4A37-473A-B33B-2F252031821F}" destId="{517AF709-7BE3-4BFF-B577-E5233C35D119}" srcOrd="8" destOrd="0" presId="urn:microsoft.com/office/officeart/2018/5/layout/IconCircleLabelList"/>
    <dgm:cxn modelId="{7BF653EE-D68A-4D95-98F9-70BED84D916F}" type="presParOf" srcId="{517AF709-7BE3-4BFF-B577-E5233C35D119}" destId="{5F91D9AE-6F29-4C94-BFB0-F5ABD81A3E32}" srcOrd="0" destOrd="0" presId="urn:microsoft.com/office/officeart/2018/5/layout/IconCircleLabelList"/>
    <dgm:cxn modelId="{0D910AF4-816B-4E6B-9AEF-99C62B142A51}" type="presParOf" srcId="{517AF709-7BE3-4BFF-B577-E5233C35D119}" destId="{8520BF90-CF88-45EA-8AF1-A303F8376DC2}" srcOrd="1" destOrd="0" presId="urn:microsoft.com/office/officeart/2018/5/layout/IconCircleLabelList"/>
    <dgm:cxn modelId="{B2465FE4-CC4C-46BA-9F40-9C5C8A03023A}" type="presParOf" srcId="{517AF709-7BE3-4BFF-B577-E5233C35D119}" destId="{30021FB4-4A7F-4D95-BE88-CD5EECBCD260}" srcOrd="2" destOrd="0" presId="urn:microsoft.com/office/officeart/2018/5/layout/IconCircleLabelList"/>
    <dgm:cxn modelId="{1C0EA189-21F3-4C14-8E3E-5C507748A811}" type="presParOf" srcId="{517AF709-7BE3-4BFF-B577-E5233C35D119}" destId="{68730B0D-F09A-4A86-A372-D1C5A05F3A6D}" srcOrd="3" destOrd="0" presId="urn:microsoft.com/office/officeart/2018/5/layout/IconCircleLabelList"/>
    <dgm:cxn modelId="{BBE4F593-34A7-4B71-A9DA-D16B9F0C8109}" type="presParOf" srcId="{ADA41E86-4A37-473A-B33B-2F252031821F}" destId="{7A3CFF56-ED41-466D-91B0-26EEFBF5D060}" srcOrd="9" destOrd="0" presId="urn:microsoft.com/office/officeart/2018/5/layout/IconCircleLabelList"/>
    <dgm:cxn modelId="{6C1191CC-C6B7-4562-84CB-271037183451}" type="presParOf" srcId="{ADA41E86-4A37-473A-B33B-2F252031821F}" destId="{1BBC7772-BE50-4589-AEFC-D9A790ECD93C}" srcOrd="10" destOrd="0" presId="urn:microsoft.com/office/officeart/2018/5/layout/IconCircleLabelList"/>
    <dgm:cxn modelId="{0A64EEB7-B54D-458C-8FC7-E129991D5C48}" type="presParOf" srcId="{1BBC7772-BE50-4589-AEFC-D9A790ECD93C}" destId="{1E95473E-3371-4F80-A9BB-9F4AFF95EE6C}" srcOrd="0" destOrd="0" presId="urn:microsoft.com/office/officeart/2018/5/layout/IconCircleLabelList"/>
    <dgm:cxn modelId="{586A5619-1F52-4AC5-B64C-2C0C4281D302}" type="presParOf" srcId="{1BBC7772-BE50-4589-AEFC-D9A790ECD93C}" destId="{1B039F3E-01EC-471A-81A8-9A25DBBF00C5}" srcOrd="1" destOrd="0" presId="urn:microsoft.com/office/officeart/2018/5/layout/IconCircleLabelList"/>
    <dgm:cxn modelId="{136A84CC-BA64-4480-BE6B-8180E1DE6D24}" type="presParOf" srcId="{1BBC7772-BE50-4589-AEFC-D9A790ECD93C}" destId="{4159BF29-52ED-4131-AEA5-3EF85CB7D03D}" srcOrd="2" destOrd="0" presId="urn:microsoft.com/office/officeart/2018/5/layout/IconCircleLabelList"/>
    <dgm:cxn modelId="{7F64E4F0-987E-4A1B-8C9F-24CFCCA283F4}" type="presParOf" srcId="{1BBC7772-BE50-4589-AEFC-D9A790ECD93C}" destId="{B806568E-7D2A-4F91-8267-B04DCA62D463}"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21120C-2DB2-40DD-81C4-5AB23D76D2CF}"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4BF6A882-9D32-4B6A-AF5F-D7FCBAE8FF28}">
      <dgm:prSet/>
      <dgm:spPr/>
      <dgm:t>
        <a:bodyPr/>
        <a:lstStyle/>
        <a:p>
          <a:pPr>
            <a:lnSpc>
              <a:spcPct val="100000"/>
            </a:lnSpc>
          </a:pPr>
          <a:r>
            <a:rPr lang="en-US" dirty="0"/>
            <a:t>💰 Business Benefits</a:t>
          </a:r>
        </a:p>
      </dgm:t>
    </dgm:pt>
    <dgm:pt modelId="{74CA3645-5FD3-47F7-9369-3CB95E0DF723}" type="parTrans" cxnId="{A11AE8D6-DFE6-4CF4-8C37-8B942C1CFB6C}">
      <dgm:prSet/>
      <dgm:spPr/>
      <dgm:t>
        <a:bodyPr/>
        <a:lstStyle/>
        <a:p>
          <a:endParaRPr lang="en-US"/>
        </a:p>
      </dgm:t>
    </dgm:pt>
    <dgm:pt modelId="{0382AB1A-F166-4C73-A38B-0CC3267600F1}" type="sibTrans" cxnId="{A11AE8D6-DFE6-4CF4-8C37-8B942C1CFB6C}">
      <dgm:prSet/>
      <dgm:spPr/>
      <dgm:t>
        <a:bodyPr/>
        <a:lstStyle/>
        <a:p>
          <a:endParaRPr lang="en-US"/>
        </a:p>
      </dgm:t>
    </dgm:pt>
    <dgm:pt modelId="{F54F5A69-E871-47F3-A71F-213DCD376454}">
      <dgm:prSet/>
      <dgm:spPr/>
      <dgm:t>
        <a:bodyPr/>
        <a:lstStyle/>
        <a:p>
          <a:pPr>
            <a:lnSpc>
              <a:spcPct val="100000"/>
            </a:lnSpc>
          </a:pPr>
          <a:r>
            <a:rPr lang="en-US"/>
            <a:t>- Time Savings: 90%+</a:t>
          </a:r>
        </a:p>
      </dgm:t>
    </dgm:pt>
    <dgm:pt modelId="{0628EE15-CE93-4227-AA99-E902710C1883}" type="parTrans" cxnId="{13F3D248-D3EA-41C2-9101-E1278BB074C9}">
      <dgm:prSet/>
      <dgm:spPr/>
      <dgm:t>
        <a:bodyPr/>
        <a:lstStyle/>
        <a:p>
          <a:endParaRPr lang="en-US"/>
        </a:p>
      </dgm:t>
    </dgm:pt>
    <dgm:pt modelId="{B18354F5-7682-4917-B5DE-D3DD2D0E71D7}" type="sibTrans" cxnId="{13F3D248-D3EA-41C2-9101-E1278BB074C9}">
      <dgm:prSet/>
      <dgm:spPr/>
      <dgm:t>
        <a:bodyPr/>
        <a:lstStyle/>
        <a:p>
          <a:endParaRPr lang="en-US"/>
        </a:p>
      </dgm:t>
    </dgm:pt>
    <dgm:pt modelId="{15925D11-C37A-4655-BF17-C2873C8BF20E}">
      <dgm:prSet/>
      <dgm:spPr/>
      <dgm:t>
        <a:bodyPr/>
        <a:lstStyle/>
        <a:p>
          <a:pPr>
            <a:lnSpc>
              <a:spcPct val="100000"/>
            </a:lnSpc>
          </a:pPr>
          <a:r>
            <a:rPr lang="en-US"/>
            <a:t>- Cost Reduction: 80% less security work</a:t>
          </a:r>
        </a:p>
      </dgm:t>
    </dgm:pt>
    <dgm:pt modelId="{41191456-C3F8-4D28-8C4F-EE00A0493F43}" type="parTrans" cxnId="{A676B62F-EEA7-458F-B938-9AA8D9684E83}">
      <dgm:prSet/>
      <dgm:spPr/>
      <dgm:t>
        <a:bodyPr/>
        <a:lstStyle/>
        <a:p>
          <a:endParaRPr lang="en-US"/>
        </a:p>
      </dgm:t>
    </dgm:pt>
    <dgm:pt modelId="{3CAC9405-0FDB-4C0D-AD75-117E00542D08}" type="sibTrans" cxnId="{A676B62F-EEA7-458F-B938-9AA8D9684E83}">
      <dgm:prSet/>
      <dgm:spPr/>
      <dgm:t>
        <a:bodyPr/>
        <a:lstStyle/>
        <a:p>
          <a:endParaRPr lang="en-US"/>
        </a:p>
      </dgm:t>
    </dgm:pt>
    <dgm:pt modelId="{BDE0D8E9-70B5-4345-8C2A-68D7A0F1429C}">
      <dgm:prSet/>
      <dgm:spPr/>
      <dgm:t>
        <a:bodyPr/>
        <a:lstStyle/>
        <a:p>
          <a:pPr>
            <a:lnSpc>
              <a:spcPct val="100000"/>
            </a:lnSpc>
          </a:pPr>
          <a:r>
            <a:rPr lang="en-US" dirty="0"/>
            <a:t>- Quality: Standardized approach</a:t>
          </a:r>
        </a:p>
      </dgm:t>
    </dgm:pt>
    <dgm:pt modelId="{6551ED3A-9714-4E8D-8E50-C9E5A10304C3}" type="parTrans" cxnId="{2D72AC30-0378-403E-B189-195977864B7F}">
      <dgm:prSet/>
      <dgm:spPr/>
      <dgm:t>
        <a:bodyPr/>
        <a:lstStyle/>
        <a:p>
          <a:endParaRPr lang="en-US"/>
        </a:p>
      </dgm:t>
    </dgm:pt>
    <dgm:pt modelId="{BD1D7D4C-20DD-4DCA-ACB6-FBE58AAEC029}" type="sibTrans" cxnId="{2D72AC30-0378-403E-B189-195977864B7F}">
      <dgm:prSet/>
      <dgm:spPr/>
      <dgm:t>
        <a:bodyPr/>
        <a:lstStyle/>
        <a:p>
          <a:endParaRPr lang="en-US"/>
        </a:p>
      </dgm:t>
    </dgm:pt>
    <dgm:pt modelId="{DB1846DA-8195-4E3D-8F20-82A589E415FB}">
      <dgm:prSet/>
      <dgm:spPr/>
      <dgm:t>
        <a:bodyPr/>
        <a:lstStyle/>
        <a:p>
          <a:pPr>
            <a:lnSpc>
              <a:spcPct val="100000"/>
            </a:lnSpc>
          </a:pPr>
          <a:r>
            <a:rPr lang="en-US"/>
            <a:t>- Risk Mitigation: Faster patching</a:t>
          </a:r>
        </a:p>
      </dgm:t>
    </dgm:pt>
    <dgm:pt modelId="{8288E4C7-FEE9-4B32-AEFE-487320EC1D86}" type="parTrans" cxnId="{0A9DC52F-EDA4-40E3-812A-691257057D87}">
      <dgm:prSet/>
      <dgm:spPr/>
      <dgm:t>
        <a:bodyPr/>
        <a:lstStyle/>
        <a:p>
          <a:endParaRPr lang="en-US"/>
        </a:p>
      </dgm:t>
    </dgm:pt>
    <dgm:pt modelId="{A40B743D-BF3C-44EA-87E0-8534DA9701DB}" type="sibTrans" cxnId="{0A9DC52F-EDA4-40E3-812A-691257057D87}">
      <dgm:prSet/>
      <dgm:spPr/>
      <dgm:t>
        <a:bodyPr/>
        <a:lstStyle/>
        <a:p>
          <a:endParaRPr lang="en-US"/>
        </a:p>
      </dgm:t>
    </dgm:pt>
    <dgm:pt modelId="{21AE1B87-D8DA-4F98-92D5-DD68653071D4}" type="pres">
      <dgm:prSet presAssocID="{0C21120C-2DB2-40DD-81C4-5AB23D76D2CF}" presName="root" presStyleCnt="0">
        <dgm:presLayoutVars>
          <dgm:dir/>
          <dgm:resizeHandles val="exact"/>
        </dgm:presLayoutVars>
      </dgm:prSet>
      <dgm:spPr/>
    </dgm:pt>
    <dgm:pt modelId="{7A6EAE68-8CC0-46EF-BC91-769EE6511E06}" type="pres">
      <dgm:prSet presAssocID="{4BF6A882-9D32-4B6A-AF5F-D7FCBAE8FF28}" presName="compNode" presStyleCnt="0"/>
      <dgm:spPr/>
    </dgm:pt>
    <dgm:pt modelId="{8007C7DC-0AF6-4455-9174-D190CBEA8459}" type="pres">
      <dgm:prSet presAssocID="{4BF6A882-9D32-4B6A-AF5F-D7FCBAE8FF2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4D6B8B87-2915-47F6-BC9B-0EF92B1950C0}" type="pres">
      <dgm:prSet presAssocID="{4BF6A882-9D32-4B6A-AF5F-D7FCBAE8FF28}" presName="spaceRect" presStyleCnt="0"/>
      <dgm:spPr/>
    </dgm:pt>
    <dgm:pt modelId="{067D90A3-5559-4A15-A895-AA0BA21B69CA}" type="pres">
      <dgm:prSet presAssocID="{4BF6A882-9D32-4B6A-AF5F-D7FCBAE8FF28}" presName="textRect" presStyleLbl="revTx" presStyleIdx="0" presStyleCnt="5">
        <dgm:presLayoutVars>
          <dgm:chMax val="1"/>
          <dgm:chPref val="1"/>
        </dgm:presLayoutVars>
      </dgm:prSet>
      <dgm:spPr/>
    </dgm:pt>
    <dgm:pt modelId="{36A02EEA-55EF-4C49-96F2-5FEFC2CA8C8F}" type="pres">
      <dgm:prSet presAssocID="{0382AB1A-F166-4C73-A38B-0CC3267600F1}" presName="sibTrans" presStyleCnt="0"/>
      <dgm:spPr/>
    </dgm:pt>
    <dgm:pt modelId="{BEC12648-E4CF-4D88-8128-A77B9AF68347}" type="pres">
      <dgm:prSet presAssocID="{F54F5A69-E871-47F3-A71F-213DCD376454}" presName="compNode" presStyleCnt="0"/>
      <dgm:spPr/>
    </dgm:pt>
    <dgm:pt modelId="{0FE0CDB3-00DF-4F35-A83E-0325A2AEEDE0}" type="pres">
      <dgm:prSet presAssocID="{F54F5A69-E871-47F3-A71F-213DCD37645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iggy Bank"/>
        </a:ext>
      </dgm:extLst>
    </dgm:pt>
    <dgm:pt modelId="{3211EC0F-702C-441A-8AC8-52F50152F2A9}" type="pres">
      <dgm:prSet presAssocID="{F54F5A69-E871-47F3-A71F-213DCD376454}" presName="spaceRect" presStyleCnt="0"/>
      <dgm:spPr/>
    </dgm:pt>
    <dgm:pt modelId="{2F4A09DF-0B00-4127-B963-7EC9F5A99E9A}" type="pres">
      <dgm:prSet presAssocID="{F54F5A69-E871-47F3-A71F-213DCD376454}" presName="textRect" presStyleLbl="revTx" presStyleIdx="1" presStyleCnt="5">
        <dgm:presLayoutVars>
          <dgm:chMax val="1"/>
          <dgm:chPref val="1"/>
        </dgm:presLayoutVars>
      </dgm:prSet>
      <dgm:spPr/>
    </dgm:pt>
    <dgm:pt modelId="{D25CB633-71D8-4B56-A9B6-94B62597CF41}" type="pres">
      <dgm:prSet presAssocID="{B18354F5-7682-4917-B5DE-D3DD2D0E71D7}" presName="sibTrans" presStyleCnt="0"/>
      <dgm:spPr/>
    </dgm:pt>
    <dgm:pt modelId="{3FA79002-6DAC-4AE2-97FC-8947AB7B6362}" type="pres">
      <dgm:prSet presAssocID="{15925D11-C37A-4655-BF17-C2873C8BF20E}" presName="compNode" presStyleCnt="0"/>
      <dgm:spPr/>
    </dgm:pt>
    <dgm:pt modelId="{3A9DC129-BC33-49D4-B509-ACC07254466F}" type="pres">
      <dgm:prSet presAssocID="{15925D11-C37A-4655-BF17-C2873C8BF20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ney"/>
        </a:ext>
      </dgm:extLst>
    </dgm:pt>
    <dgm:pt modelId="{B4035025-EFF3-4DD5-82E9-A3F7FAE2F373}" type="pres">
      <dgm:prSet presAssocID="{15925D11-C37A-4655-BF17-C2873C8BF20E}" presName="spaceRect" presStyleCnt="0"/>
      <dgm:spPr/>
    </dgm:pt>
    <dgm:pt modelId="{5F445A17-E031-43F3-B0D9-5DB8F87F646E}" type="pres">
      <dgm:prSet presAssocID="{15925D11-C37A-4655-BF17-C2873C8BF20E}" presName="textRect" presStyleLbl="revTx" presStyleIdx="2" presStyleCnt="5">
        <dgm:presLayoutVars>
          <dgm:chMax val="1"/>
          <dgm:chPref val="1"/>
        </dgm:presLayoutVars>
      </dgm:prSet>
      <dgm:spPr/>
    </dgm:pt>
    <dgm:pt modelId="{64E738D9-5835-409C-B501-B7A6400DC60F}" type="pres">
      <dgm:prSet presAssocID="{3CAC9405-0FDB-4C0D-AD75-117E00542D08}" presName="sibTrans" presStyleCnt="0"/>
      <dgm:spPr/>
    </dgm:pt>
    <dgm:pt modelId="{D35CDBA9-7310-4EF4-8B5C-D73A124E8064}" type="pres">
      <dgm:prSet presAssocID="{BDE0D8E9-70B5-4345-8C2A-68D7A0F1429C}" presName="compNode" presStyleCnt="0"/>
      <dgm:spPr/>
    </dgm:pt>
    <dgm:pt modelId="{82030E37-16E2-4415-B295-2453AC9AEF81}" type="pres">
      <dgm:prSet presAssocID="{BDE0D8E9-70B5-4345-8C2A-68D7A0F1429C}"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ooks"/>
        </a:ext>
      </dgm:extLst>
    </dgm:pt>
    <dgm:pt modelId="{BC95A27C-B3BC-4FD5-9B51-02BE49CBFB21}" type="pres">
      <dgm:prSet presAssocID="{BDE0D8E9-70B5-4345-8C2A-68D7A0F1429C}" presName="spaceRect" presStyleCnt="0"/>
      <dgm:spPr/>
    </dgm:pt>
    <dgm:pt modelId="{94427970-BEBA-41FD-9E8A-0AFCC79ED09C}" type="pres">
      <dgm:prSet presAssocID="{BDE0D8E9-70B5-4345-8C2A-68D7A0F1429C}" presName="textRect" presStyleLbl="revTx" presStyleIdx="3" presStyleCnt="5">
        <dgm:presLayoutVars>
          <dgm:chMax val="1"/>
          <dgm:chPref val="1"/>
        </dgm:presLayoutVars>
      </dgm:prSet>
      <dgm:spPr/>
    </dgm:pt>
    <dgm:pt modelId="{56990A43-096F-49D7-A9DB-032D39278D7E}" type="pres">
      <dgm:prSet presAssocID="{BD1D7D4C-20DD-4DCA-ACB6-FBE58AAEC029}" presName="sibTrans" presStyleCnt="0"/>
      <dgm:spPr/>
    </dgm:pt>
    <dgm:pt modelId="{A725021E-C206-4D24-8F07-3362FD66271A}" type="pres">
      <dgm:prSet presAssocID="{DB1846DA-8195-4E3D-8F20-82A589E415FB}" presName="compNode" presStyleCnt="0"/>
      <dgm:spPr/>
    </dgm:pt>
    <dgm:pt modelId="{3E377D8D-8B44-4CE0-B108-DFB9EF0D4559}" type="pres">
      <dgm:prSet presAssocID="{DB1846DA-8195-4E3D-8F20-82A589E415FB}"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ock"/>
        </a:ext>
      </dgm:extLst>
    </dgm:pt>
    <dgm:pt modelId="{73442570-7BA7-436E-BD45-8F5FFAB929AF}" type="pres">
      <dgm:prSet presAssocID="{DB1846DA-8195-4E3D-8F20-82A589E415FB}" presName="spaceRect" presStyleCnt="0"/>
      <dgm:spPr/>
    </dgm:pt>
    <dgm:pt modelId="{0C396D6B-902A-4B67-9C64-008EEAA9F20E}" type="pres">
      <dgm:prSet presAssocID="{DB1846DA-8195-4E3D-8F20-82A589E415FB}" presName="textRect" presStyleLbl="revTx" presStyleIdx="4" presStyleCnt="5">
        <dgm:presLayoutVars>
          <dgm:chMax val="1"/>
          <dgm:chPref val="1"/>
        </dgm:presLayoutVars>
      </dgm:prSet>
      <dgm:spPr/>
    </dgm:pt>
  </dgm:ptLst>
  <dgm:cxnLst>
    <dgm:cxn modelId="{D5AF052C-2C42-4CCB-8E2D-9F336584B247}" type="presOf" srcId="{15925D11-C37A-4655-BF17-C2873C8BF20E}" destId="{5F445A17-E031-43F3-B0D9-5DB8F87F646E}" srcOrd="0" destOrd="0" presId="urn:microsoft.com/office/officeart/2018/2/layout/IconLabelList"/>
    <dgm:cxn modelId="{7AE2662E-8BA4-4C9D-8AF3-CB73FD667023}" type="presOf" srcId="{DB1846DA-8195-4E3D-8F20-82A589E415FB}" destId="{0C396D6B-902A-4B67-9C64-008EEAA9F20E}" srcOrd="0" destOrd="0" presId="urn:microsoft.com/office/officeart/2018/2/layout/IconLabelList"/>
    <dgm:cxn modelId="{A676B62F-EEA7-458F-B938-9AA8D9684E83}" srcId="{0C21120C-2DB2-40DD-81C4-5AB23D76D2CF}" destId="{15925D11-C37A-4655-BF17-C2873C8BF20E}" srcOrd="2" destOrd="0" parTransId="{41191456-C3F8-4D28-8C4F-EE00A0493F43}" sibTransId="{3CAC9405-0FDB-4C0D-AD75-117E00542D08}"/>
    <dgm:cxn modelId="{0A9DC52F-EDA4-40E3-812A-691257057D87}" srcId="{0C21120C-2DB2-40DD-81C4-5AB23D76D2CF}" destId="{DB1846DA-8195-4E3D-8F20-82A589E415FB}" srcOrd="4" destOrd="0" parTransId="{8288E4C7-FEE9-4B32-AEFE-487320EC1D86}" sibTransId="{A40B743D-BF3C-44EA-87E0-8534DA9701DB}"/>
    <dgm:cxn modelId="{2D72AC30-0378-403E-B189-195977864B7F}" srcId="{0C21120C-2DB2-40DD-81C4-5AB23D76D2CF}" destId="{BDE0D8E9-70B5-4345-8C2A-68D7A0F1429C}" srcOrd="3" destOrd="0" parTransId="{6551ED3A-9714-4E8D-8E50-C9E5A10304C3}" sibTransId="{BD1D7D4C-20DD-4DCA-ACB6-FBE58AAEC029}"/>
    <dgm:cxn modelId="{87910045-F802-42FE-B9FA-F8E37895AE82}" type="presOf" srcId="{F54F5A69-E871-47F3-A71F-213DCD376454}" destId="{2F4A09DF-0B00-4127-B963-7EC9F5A99E9A}" srcOrd="0" destOrd="0" presId="urn:microsoft.com/office/officeart/2018/2/layout/IconLabelList"/>
    <dgm:cxn modelId="{13F3D248-D3EA-41C2-9101-E1278BB074C9}" srcId="{0C21120C-2DB2-40DD-81C4-5AB23D76D2CF}" destId="{F54F5A69-E871-47F3-A71F-213DCD376454}" srcOrd="1" destOrd="0" parTransId="{0628EE15-CE93-4227-AA99-E902710C1883}" sibTransId="{B18354F5-7682-4917-B5DE-D3DD2D0E71D7}"/>
    <dgm:cxn modelId="{8002CF80-71B8-4D1A-B51D-FA5DC944E164}" type="presOf" srcId="{4BF6A882-9D32-4B6A-AF5F-D7FCBAE8FF28}" destId="{067D90A3-5559-4A15-A895-AA0BA21B69CA}" srcOrd="0" destOrd="0" presId="urn:microsoft.com/office/officeart/2018/2/layout/IconLabelList"/>
    <dgm:cxn modelId="{8718AF8C-89AE-42DB-9C0F-A98DC9075F23}" type="presOf" srcId="{BDE0D8E9-70B5-4345-8C2A-68D7A0F1429C}" destId="{94427970-BEBA-41FD-9E8A-0AFCC79ED09C}" srcOrd="0" destOrd="0" presId="urn:microsoft.com/office/officeart/2018/2/layout/IconLabelList"/>
    <dgm:cxn modelId="{5B08F7A1-8F6C-484C-9A54-77BC477E5F14}" type="presOf" srcId="{0C21120C-2DB2-40DD-81C4-5AB23D76D2CF}" destId="{21AE1B87-D8DA-4F98-92D5-DD68653071D4}" srcOrd="0" destOrd="0" presId="urn:microsoft.com/office/officeart/2018/2/layout/IconLabelList"/>
    <dgm:cxn modelId="{A11AE8D6-DFE6-4CF4-8C37-8B942C1CFB6C}" srcId="{0C21120C-2DB2-40DD-81C4-5AB23D76D2CF}" destId="{4BF6A882-9D32-4B6A-AF5F-D7FCBAE8FF28}" srcOrd="0" destOrd="0" parTransId="{74CA3645-5FD3-47F7-9369-3CB95E0DF723}" sibTransId="{0382AB1A-F166-4C73-A38B-0CC3267600F1}"/>
    <dgm:cxn modelId="{5F3B9861-CA06-4E58-8DA0-CE41FB88064C}" type="presParOf" srcId="{21AE1B87-D8DA-4F98-92D5-DD68653071D4}" destId="{7A6EAE68-8CC0-46EF-BC91-769EE6511E06}" srcOrd="0" destOrd="0" presId="urn:microsoft.com/office/officeart/2018/2/layout/IconLabelList"/>
    <dgm:cxn modelId="{CEB96F25-8677-4B46-B830-3F7AA779A097}" type="presParOf" srcId="{7A6EAE68-8CC0-46EF-BC91-769EE6511E06}" destId="{8007C7DC-0AF6-4455-9174-D190CBEA8459}" srcOrd="0" destOrd="0" presId="urn:microsoft.com/office/officeart/2018/2/layout/IconLabelList"/>
    <dgm:cxn modelId="{B9A4D68E-9C46-4566-AF07-ABBBC92EB20D}" type="presParOf" srcId="{7A6EAE68-8CC0-46EF-BC91-769EE6511E06}" destId="{4D6B8B87-2915-47F6-BC9B-0EF92B1950C0}" srcOrd="1" destOrd="0" presId="urn:microsoft.com/office/officeart/2018/2/layout/IconLabelList"/>
    <dgm:cxn modelId="{D50AE2D7-2833-4BBB-87B8-2C0ABE160315}" type="presParOf" srcId="{7A6EAE68-8CC0-46EF-BC91-769EE6511E06}" destId="{067D90A3-5559-4A15-A895-AA0BA21B69CA}" srcOrd="2" destOrd="0" presId="urn:microsoft.com/office/officeart/2018/2/layout/IconLabelList"/>
    <dgm:cxn modelId="{1D97D74A-B14C-4C40-BC28-0E5BAF75F040}" type="presParOf" srcId="{21AE1B87-D8DA-4F98-92D5-DD68653071D4}" destId="{36A02EEA-55EF-4C49-96F2-5FEFC2CA8C8F}" srcOrd="1" destOrd="0" presId="urn:microsoft.com/office/officeart/2018/2/layout/IconLabelList"/>
    <dgm:cxn modelId="{FEBCD654-9874-4F14-92DC-E1E0DDF894D4}" type="presParOf" srcId="{21AE1B87-D8DA-4F98-92D5-DD68653071D4}" destId="{BEC12648-E4CF-4D88-8128-A77B9AF68347}" srcOrd="2" destOrd="0" presId="urn:microsoft.com/office/officeart/2018/2/layout/IconLabelList"/>
    <dgm:cxn modelId="{0221094A-AB6B-4F9D-BE3C-983D2161776E}" type="presParOf" srcId="{BEC12648-E4CF-4D88-8128-A77B9AF68347}" destId="{0FE0CDB3-00DF-4F35-A83E-0325A2AEEDE0}" srcOrd="0" destOrd="0" presId="urn:microsoft.com/office/officeart/2018/2/layout/IconLabelList"/>
    <dgm:cxn modelId="{CAFFA669-9B9C-4024-B954-164787679EC8}" type="presParOf" srcId="{BEC12648-E4CF-4D88-8128-A77B9AF68347}" destId="{3211EC0F-702C-441A-8AC8-52F50152F2A9}" srcOrd="1" destOrd="0" presId="urn:microsoft.com/office/officeart/2018/2/layout/IconLabelList"/>
    <dgm:cxn modelId="{CD0C0865-860F-4B08-9116-C9967E873C34}" type="presParOf" srcId="{BEC12648-E4CF-4D88-8128-A77B9AF68347}" destId="{2F4A09DF-0B00-4127-B963-7EC9F5A99E9A}" srcOrd="2" destOrd="0" presId="urn:microsoft.com/office/officeart/2018/2/layout/IconLabelList"/>
    <dgm:cxn modelId="{0CC41702-74D5-435C-A4C8-F836236405F9}" type="presParOf" srcId="{21AE1B87-D8DA-4F98-92D5-DD68653071D4}" destId="{D25CB633-71D8-4B56-A9B6-94B62597CF41}" srcOrd="3" destOrd="0" presId="urn:microsoft.com/office/officeart/2018/2/layout/IconLabelList"/>
    <dgm:cxn modelId="{936F5388-7C96-4F7D-9750-4BB68FE2EB12}" type="presParOf" srcId="{21AE1B87-D8DA-4F98-92D5-DD68653071D4}" destId="{3FA79002-6DAC-4AE2-97FC-8947AB7B6362}" srcOrd="4" destOrd="0" presId="urn:microsoft.com/office/officeart/2018/2/layout/IconLabelList"/>
    <dgm:cxn modelId="{3F5D4FB2-E0E7-404B-96F1-DBBA5F895D4D}" type="presParOf" srcId="{3FA79002-6DAC-4AE2-97FC-8947AB7B6362}" destId="{3A9DC129-BC33-49D4-B509-ACC07254466F}" srcOrd="0" destOrd="0" presId="urn:microsoft.com/office/officeart/2018/2/layout/IconLabelList"/>
    <dgm:cxn modelId="{9925C097-09E1-49DB-B6FD-1B46CFCF3A56}" type="presParOf" srcId="{3FA79002-6DAC-4AE2-97FC-8947AB7B6362}" destId="{B4035025-EFF3-4DD5-82E9-A3F7FAE2F373}" srcOrd="1" destOrd="0" presId="urn:microsoft.com/office/officeart/2018/2/layout/IconLabelList"/>
    <dgm:cxn modelId="{8FC886CD-5181-4AE7-B56B-D600293F8309}" type="presParOf" srcId="{3FA79002-6DAC-4AE2-97FC-8947AB7B6362}" destId="{5F445A17-E031-43F3-B0D9-5DB8F87F646E}" srcOrd="2" destOrd="0" presId="urn:microsoft.com/office/officeart/2018/2/layout/IconLabelList"/>
    <dgm:cxn modelId="{3B354474-6F6F-416B-9F9C-609A892BD394}" type="presParOf" srcId="{21AE1B87-D8DA-4F98-92D5-DD68653071D4}" destId="{64E738D9-5835-409C-B501-B7A6400DC60F}" srcOrd="5" destOrd="0" presId="urn:microsoft.com/office/officeart/2018/2/layout/IconLabelList"/>
    <dgm:cxn modelId="{697DB4E3-6381-480E-9F94-49BD8600CD7D}" type="presParOf" srcId="{21AE1B87-D8DA-4F98-92D5-DD68653071D4}" destId="{D35CDBA9-7310-4EF4-8B5C-D73A124E8064}" srcOrd="6" destOrd="0" presId="urn:microsoft.com/office/officeart/2018/2/layout/IconLabelList"/>
    <dgm:cxn modelId="{3C5BE511-491B-48AD-9320-4D214B46041A}" type="presParOf" srcId="{D35CDBA9-7310-4EF4-8B5C-D73A124E8064}" destId="{82030E37-16E2-4415-B295-2453AC9AEF81}" srcOrd="0" destOrd="0" presId="urn:microsoft.com/office/officeart/2018/2/layout/IconLabelList"/>
    <dgm:cxn modelId="{32C80C54-9492-4E9A-AF0D-C70269964A49}" type="presParOf" srcId="{D35CDBA9-7310-4EF4-8B5C-D73A124E8064}" destId="{BC95A27C-B3BC-4FD5-9B51-02BE49CBFB21}" srcOrd="1" destOrd="0" presId="urn:microsoft.com/office/officeart/2018/2/layout/IconLabelList"/>
    <dgm:cxn modelId="{1F550380-3550-46C3-A00D-4947AED0B7BB}" type="presParOf" srcId="{D35CDBA9-7310-4EF4-8B5C-D73A124E8064}" destId="{94427970-BEBA-41FD-9E8A-0AFCC79ED09C}" srcOrd="2" destOrd="0" presId="urn:microsoft.com/office/officeart/2018/2/layout/IconLabelList"/>
    <dgm:cxn modelId="{F847D28E-30F1-4543-8425-B6E8922B643F}" type="presParOf" srcId="{21AE1B87-D8DA-4F98-92D5-DD68653071D4}" destId="{56990A43-096F-49D7-A9DB-032D39278D7E}" srcOrd="7" destOrd="0" presId="urn:microsoft.com/office/officeart/2018/2/layout/IconLabelList"/>
    <dgm:cxn modelId="{D52B6968-2878-430F-A209-18A86C14C3EB}" type="presParOf" srcId="{21AE1B87-D8DA-4F98-92D5-DD68653071D4}" destId="{A725021E-C206-4D24-8F07-3362FD66271A}" srcOrd="8" destOrd="0" presId="urn:microsoft.com/office/officeart/2018/2/layout/IconLabelList"/>
    <dgm:cxn modelId="{1809AF8C-192E-4E87-B5AF-3321573D0A47}" type="presParOf" srcId="{A725021E-C206-4D24-8F07-3362FD66271A}" destId="{3E377D8D-8B44-4CE0-B108-DFB9EF0D4559}" srcOrd="0" destOrd="0" presId="urn:microsoft.com/office/officeart/2018/2/layout/IconLabelList"/>
    <dgm:cxn modelId="{45B056B3-F09E-431A-93CC-6AE2B86A00E3}" type="presParOf" srcId="{A725021E-C206-4D24-8F07-3362FD66271A}" destId="{73442570-7BA7-436E-BD45-8F5FFAB929AF}" srcOrd="1" destOrd="0" presId="urn:microsoft.com/office/officeart/2018/2/layout/IconLabelList"/>
    <dgm:cxn modelId="{3A3D677E-2DF0-4803-9C55-E7E09DF2988A}" type="presParOf" srcId="{A725021E-C206-4D24-8F07-3362FD66271A}" destId="{0C396D6B-902A-4B67-9C64-008EEAA9F20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7B7538-3557-4EE9-B3D5-BDB3E4D2AE1B}">
      <dsp:nvSpPr>
        <dsp:cNvPr id="0" name=""/>
        <dsp:cNvSpPr/>
      </dsp:nvSpPr>
      <dsp:spPr>
        <a:xfrm>
          <a:off x="195602" y="658884"/>
          <a:ext cx="602613" cy="60261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8A820C-7370-4FDE-90B8-9C6BE9D2CF4B}">
      <dsp:nvSpPr>
        <dsp:cNvPr id="0" name=""/>
        <dsp:cNvSpPr/>
      </dsp:nvSpPr>
      <dsp:spPr>
        <a:xfrm>
          <a:off x="324027" y="787310"/>
          <a:ext cx="345761" cy="34576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74AF85-4011-4C3C-BEFA-0E65C192CA89}">
      <dsp:nvSpPr>
        <dsp:cNvPr id="0" name=""/>
        <dsp:cNvSpPr/>
      </dsp:nvSpPr>
      <dsp:spPr>
        <a:xfrm>
          <a:off x="2963" y="1449197"/>
          <a:ext cx="987890" cy="15932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br>
            <a:rPr lang="en-US" sz="1100" kern="1200" dirty="0"/>
          </a:br>
          <a:br>
            <a:rPr lang="en-US" sz="1100" kern="1200" dirty="0"/>
          </a:br>
          <a:r>
            <a:rPr lang="en-US" sz="1100" b="1" kern="1200" dirty="0"/>
            <a:t>1</a:t>
          </a:r>
          <a:r>
            <a:rPr lang="en-US" sz="1100" kern="1200" dirty="0"/>
            <a:t>. </a:t>
          </a:r>
          <a:r>
            <a:rPr lang="en-US" sz="1100" b="1" kern="1200" dirty="0" err="1"/>
            <a:t>Snyk</a:t>
          </a:r>
          <a:r>
            <a:rPr lang="en-US" sz="1100" b="1" kern="1200" dirty="0"/>
            <a:t> Scan</a:t>
          </a:r>
          <a:r>
            <a:rPr lang="en-US" sz="1100" kern="1200" dirty="0"/>
            <a:t>:</a:t>
          </a:r>
          <a:br>
            <a:rPr lang="en-US" sz="1100" kern="1200" dirty="0"/>
          </a:br>
          <a:br>
            <a:rPr lang="en-US" sz="1100" kern="1200" dirty="0"/>
          </a:br>
          <a:r>
            <a:rPr lang="en-US" sz="1100" kern="1200" dirty="0"/>
            <a:t>It begins by executing a </a:t>
          </a:r>
          <a:r>
            <a:rPr lang="en-US" sz="1100" kern="1200" dirty="0" err="1"/>
            <a:t>Snyk</a:t>
          </a:r>
          <a:r>
            <a:rPr lang="en-US" sz="1100" kern="1200" dirty="0"/>
            <a:t> scan on the pom..</a:t>
          </a:r>
          <a:br>
            <a:rPr lang="en-US" sz="1100" kern="1200" dirty="0"/>
          </a:br>
          <a:r>
            <a:rPr lang="en-US" sz="1100" kern="1200" dirty="0"/>
            <a:t>The results of this scan, which detail any found vulnerabilities, are saved as a JSON file.</a:t>
          </a:r>
        </a:p>
      </dsp:txBody>
      <dsp:txXfrm>
        <a:off x="2963" y="1449197"/>
        <a:ext cx="987890" cy="1593235"/>
      </dsp:txXfrm>
    </dsp:sp>
    <dsp:sp modelId="{EB4DCB40-5CFC-4985-8FD6-FD22793C0EBC}">
      <dsp:nvSpPr>
        <dsp:cNvPr id="0" name=""/>
        <dsp:cNvSpPr/>
      </dsp:nvSpPr>
      <dsp:spPr>
        <a:xfrm>
          <a:off x="1356373" y="658884"/>
          <a:ext cx="602613" cy="60261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57F088-C5C7-4C54-94C6-A8974836219B}">
      <dsp:nvSpPr>
        <dsp:cNvPr id="0" name=""/>
        <dsp:cNvSpPr/>
      </dsp:nvSpPr>
      <dsp:spPr>
        <a:xfrm>
          <a:off x="1484799" y="787310"/>
          <a:ext cx="345761" cy="34576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A5055F-F689-4910-AA73-56DCB745170C}">
      <dsp:nvSpPr>
        <dsp:cNvPr id="0" name=""/>
        <dsp:cNvSpPr/>
      </dsp:nvSpPr>
      <dsp:spPr>
        <a:xfrm>
          <a:off x="1163734" y="1449197"/>
          <a:ext cx="987890" cy="15932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2</a:t>
          </a:r>
          <a:r>
            <a:rPr lang="en-US" sz="1100" kern="1200"/>
            <a:t>. </a:t>
          </a:r>
          <a:r>
            <a:rPr lang="en-US" sz="1100" b="1" kern="1200"/>
            <a:t>Vulnerability Processing</a:t>
          </a:r>
          <a:r>
            <a:rPr lang="en-US" sz="1100" kern="1200"/>
            <a:t>:</a:t>
          </a:r>
          <a:br>
            <a:rPr lang="en-US" sz="1100" kern="1200"/>
          </a:br>
          <a:br>
            <a:rPr lang="en-US" sz="1100" kern="1200"/>
          </a:br>
          <a:r>
            <a:rPr lang="en-US" sz="1100" kern="1200"/>
            <a:t>The script reads and parses the snyk-results.json file to get a list of all the vulnerabilities.</a:t>
          </a:r>
          <a:br>
            <a:rPr lang="en-US" sz="1100" kern="1200"/>
          </a:br>
          <a:r>
            <a:rPr lang="en-US" sz="1100" kern="1200"/>
            <a:t>It then processes these vulnerabilities one at a time in a loop.</a:t>
          </a:r>
          <a:endParaRPr lang="en-US" sz="1100" kern="1200" dirty="0"/>
        </a:p>
      </dsp:txBody>
      <dsp:txXfrm>
        <a:off x="1163734" y="1449197"/>
        <a:ext cx="987890" cy="1593235"/>
      </dsp:txXfrm>
    </dsp:sp>
    <dsp:sp modelId="{CC9E685D-C501-4CBA-9B82-BF8229CEA4A9}">
      <dsp:nvSpPr>
        <dsp:cNvPr id="0" name=""/>
        <dsp:cNvSpPr/>
      </dsp:nvSpPr>
      <dsp:spPr>
        <a:xfrm>
          <a:off x="2517145" y="658884"/>
          <a:ext cx="602613" cy="602613"/>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B25D81-68C1-4DCE-A3A3-26FDE5687C10}">
      <dsp:nvSpPr>
        <dsp:cNvPr id="0" name=""/>
        <dsp:cNvSpPr/>
      </dsp:nvSpPr>
      <dsp:spPr>
        <a:xfrm>
          <a:off x="2645570" y="787310"/>
          <a:ext cx="345761" cy="34576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99D655-111D-4058-AD53-0C083BA9E72C}">
      <dsp:nvSpPr>
        <dsp:cNvPr id="0" name=""/>
        <dsp:cNvSpPr/>
      </dsp:nvSpPr>
      <dsp:spPr>
        <a:xfrm>
          <a:off x="2324506" y="1449197"/>
          <a:ext cx="987890" cy="15932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3</a:t>
          </a:r>
          <a:r>
            <a:rPr lang="en-US" sz="1100" kern="1200"/>
            <a:t>. </a:t>
          </a:r>
          <a:r>
            <a:rPr lang="en-US" sz="1100" b="1" kern="1200"/>
            <a:t>AI-Powered Fix Generation</a:t>
          </a:r>
          <a:r>
            <a:rPr lang="en-US" sz="1100" kern="1200"/>
            <a:t>:</a:t>
          </a:r>
          <a:br>
            <a:rPr lang="en-US" sz="1100" kern="1200"/>
          </a:br>
          <a:br>
            <a:rPr lang="en-US" sz="1100" kern="1200"/>
          </a:br>
          <a:r>
            <a:rPr lang="en-US" sz="1100" kern="1200"/>
            <a:t>For each vulnerability, the script sends the vulnerability data and the current pom.xml content to the Mistral AI API.</a:t>
          </a:r>
          <a:br>
            <a:rPr lang="en-US" sz="1100" kern="1200"/>
          </a:br>
          <a:r>
            <a:rPr lang="en-US" sz="1100" kern="1200"/>
            <a:t>It prompts the AI to act as a Java and Maven expert and provide a corrected pom.xml with the vulnerability fixed by updating the dependency to a newer version. It also requests a summary of the fix.</a:t>
          </a:r>
          <a:endParaRPr lang="en-US" sz="1100" kern="1200" dirty="0"/>
        </a:p>
      </dsp:txBody>
      <dsp:txXfrm>
        <a:off x="2324506" y="1449197"/>
        <a:ext cx="987890" cy="1593235"/>
      </dsp:txXfrm>
    </dsp:sp>
    <dsp:sp modelId="{17C2067B-B7BE-48AB-B3BB-FC1F5E0C4EF2}">
      <dsp:nvSpPr>
        <dsp:cNvPr id="0" name=""/>
        <dsp:cNvSpPr/>
      </dsp:nvSpPr>
      <dsp:spPr>
        <a:xfrm>
          <a:off x="3677916" y="658884"/>
          <a:ext cx="602613" cy="602613"/>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43F49D-3FBA-4058-AA0D-C56F68CC9223}">
      <dsp:nvSpPr>
        <dsp:cNvPr id="0" name=""/>
        <dsp:cNvSpPr/>
      </dsp:nvSpPr>
      <dsp:spPr>
        <a:xfrm>
          <a:off x="3806342" y="787310"/>
          <a:ext cx="345761" cy="34576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389735-378A-4B47-8B6E-E23AF9CCBDAB}">
      <dsp:nvSpPr>
        <dsp:cNvPr id="0" name=""/>
        <dsp:cNvSpPr/>
      </dsp:nvSpPr>
      <dsp:spPr>
        <a:xfrm>
          <a:off x="3485277" y="1449197"/>
          <a:ext cx="987890" cy="15932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4</a:t>
          </a:r>
          <a:r>
            <a:rPr lang="en-US" sz="1100" kern="1200"/>
            <a:t>. </a:t>
          </a:r>
          <a:r>
            <a:rPr lang="en-US" sz="1100" b="1" kern="1200"/>
            <a:t>Applying and Verifying the Fix</a:t>
          </a:r>
          <a:r>
            <a:rPr lang="en-US" sz="1100" kern="1200"/>
            <a:t>:</a:t>
          </a:r>
          <a:br>
            <a:rPr lang="en-US" sz="1100" kern="1200"/>
          </a:br>
          <a:br>
            <a:rPr lang="en-US" sz="1100" kern="1200"/>
          </a:br>
          <a:r>
            <a:rPr lang="en-US" sz="1100" kern="1200"/>
            <a:t>The script takes the updated pom.xml from the AI and saves it.</a:t>
          </a:r>
          <a:br>
            <a:rPr lang="en-US" sz="1100" kern="1200"/>
          </a:br>
          <a:r>
            <a:rPr lang="en-US" sz="1100" kern="1200"/>
            <a:t>It then runs a Maven build (mvn clean install) to compile the project and run tests.</a:t>
          </a:r>
          <a:br>
            <a:rPr lang="en-US" sz="1100" kern="1200"/>
          </a:br>
          <a:r>
            <a:rPr lang="en-US" sz="1100" kern="1200"/>
            <a:t>If the build is successful, it starts the Spring Boot application. Once the application has started, the script stops it.</a:t>
          </a:r>
          <a:endParaRPr lang="en-US" sz="1100" kern="1200" dirty="0"/>
        </a:p>
      </dsp:txBody>
      <dsp:txXfrm>
        <a:off x="3485277" y="1449197"/>
        <a:ext cx="987890" cy="1593235"/>
      </dsp:txXfrm>
    </dsp:sp>
    <dsp:sp modelId="{5F91D9AE-6F29-4C94-BFB0-F5ABD81A3E32}">
      <dsp:nvSpPr>
        <dsp:cNvPr id="0" name=""/>
        <dsp:cNvSpPr/>
      </dsp:nvSpPr>
      <dsp:spPr>
        <a:xfrm>
          <a:off x="4838688" y="658884"/>
          <a:ext cx="602613" cy="602613"/>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20BF90-CF88-45EA-8AF1-A303F8376DC2}">
      <dsp:nvSpPr>
        <dsp:cNvPr id="0" name=""/>
        <dsp:cNvSpPr/>
      </dsp:nvSpPr>
      <dsp:spPr>
        <a:xfrm>
          <a:off x="4967113" y="787310"/>
          <a:ext cx="345761" cy="34576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730B0D-F09A-4A86-A372-D1C5A05F3A6D}">
      <dsp:nvSpPr>
        <dsp:cNvPr id="0" name=""/>
        <dsp:cNvSpPr/>
      </dsp:nvSpPr>
      <dsp:spPr>
        <a:xfrm>
          <a:off x="4646049" y="1449197"/>
          <a:ext cx="987890" cy="15932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5. Retry on Failure</a:t>
          </a:r>
          <a:r>
            <a:rPr lang="en-US" sz="1100" kern="1200"/>
            <a:t>:</a:t>
          </a:r>
          <a:br>
            <a:rPr lang="en-US" sz="1100" kern="1200"/>
          </a:br>
          <a:br>
            <a:rPr lang="en-US" sz="1100" kern="1200"/>
          </a:br>
          <a:r>
            <a:rPr lang="en-US" sz="1100" kern="1200"/>
            <a:t>If the Maven build or the application startup fails, the script will retry the fix process up to three times. It informs the AI about the previous failure to get an alternative solution.</a:t>
          </a:r>
          <a:endParaRPr lang="en-US" sz="1100" kern="1200" dirty="0"/>
        </a:p>
      </dsp:txBody>
      <dsp:txXfrm>
        <a:off x="4646049" y="1449197"/>
        <a:ext cx="987890" cy="1593235"/>
      </dsp:txXfrm>
    </dsp:sp>
    <dsp:sp modelId="{1E95473E-3371-4F80-A9BB-9F4AFF95EE6C}">
      <dsp:nvSpPr>
        <dsp:cNvPr id="0" name=""/>
        <dsp:cNvSpPr/>
      </dsp:nvSpPr>
      <dsp:spPr>
        <a:xfrm>
          <a:off x="5999459" y="658884"/>
          <a:ext cx="602613" cy="60261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039F3E-01EC-471A-81A8-9A25DBBF00C5}">
      <dsp:nvSpPr>
        <dsp:cNvPr id="0" name=""/>
        <dsp:cNvSpPr/>
      </dsp:nvSpPr>
      <dsp:spPr>
        <a:xfrm>
          <a:off x="6127885" y="787310"/>
          <a:ext cx="345761" cy="34576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06568E-7D2A-4F91-8267-B04DCA62D463}">
      <dsp:nvSpPr>
        <dsp:cNvPr id="0" name=""/>
        <dsp:cNvSpPr/>
      </dsp:nvSpPr>
      <dsp:spPr>
        <a:xfrm>
          <a:off x="5806820" y="1449197"/>
          <a:ext cx="987890" cy="15932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6. GitHub Integration</a:t>
          </a:r>
          <a:r>
            <a:rPr lang="en-US" sz="1100" kern="1200"/>
            <a:t>:</a:t>
          </a:r>
          <a:br>
            <a:rPr lang="en-US" sz="1100" kern="1200"/>
          </a:br>
          <a:br>
            <a:rPr lang="en-US" sz="1100" kern="1200"/>
          </a:br>
          <a:r>
            <a:rPr lang="en-US" sz="1100" kern="1200"/>
            <a:t>After a vulnerability is successfully fixed and verified, It creates a new branch.</a:t>
          </a:r>
          <a:br>
            <a:rPr lang="en-US" sz="1100" kern="1200"/>
          </a:br>
          <a:r>
            <a:rPr lang="en-US" sz="1100" kern="1200"/>
            <a:t>It commits the modified pom.xml file to this new branch.</a:t>
          </a:r>
          <a:br>
            <a:rPr lang="en-US" sz="1100" kern="1200"/>
          </a:br>
          <a:r>
            <a:rPr lang="en-US" sz="1100" kern="1200"/>
            <a:t>Finally, it creates a pull request to merge the changes from the new branch into the main branch.</a:t>
          </a:r>
          <a:br>
            <a:rPr lang="en-US" sz="1100" kern="1200"/>
          </a:br>
          <a:endParaRPr lang="en-US" sz="1100" kern="1200" dirty="0"/>
        </a:p>
      </dsp:txBody>
      <dsp:txXfrm>
        <a:off x="5806820" y="1449197"/>
        <a:ext cx="987890" cy="15932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07C7DC-0AF6-4455-9174-D190CBEA8459}">
      <dsp:nvSpPr>
        <dsp:cNvPr id="0" name=""/>
        <dsp:cNvSpPr/>
      </dsp:nvSpPr>
      <dsp:spPr>
        <a:xfrm>
          <a:off x="489253" y="1011400"/>
          <a:ext cx="793388" cy="7933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67D90A3-5559-4A15-A895-AA0BA21B69CA}">
      <dsp:nvSpPr>
        <dsp:cNvPr id="0" name=""/>
        <dsp:cNvSpPr/>
      </dsp:nvSpPr>
      <dsp:spPr>
        <a:xfrm>
          <a:off x="4405" y="2069445"/>
          <a:ext cx="1763085" cy="705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 Business Benefits</a:t>
          </a:r>
        </a:p>
      </dsp:txBody>
      <dsp:txXfrm>
        <a:off x="4405" y="2069445"/>
        <a:ext cx="1763085" cy="705234"/>
      </dsp:txXfrm>
    </dsp:sp>
    <dsp:sp modelId="{0FE0CDB3-00DF-4F35-A83E-0325A2AEEDE0}">
      <dsp:nvSpPr>
        <dsp:cNvPr id="0" name=""/>
        <dsp:cNvSpPr/>
      </dsp:nvSpPr>
      <dsp:spPr>
        <a:xfrm>
          <a:off x="2560879" y="1011400"/>
          <a:ext cx="793388" cy="7933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F4A09DF-0B00-4127-B963-7EC9F5A99E9A}">
      <dsp:nvSpPr>
        <dsp:cNvPr id="0" name=""/>
        <dsp:cNvSpPr/>
      </dsp:nvSpPr>
      <dsp:spPr>
        <a:xfrm>
          <a:off x="2076031" y="2069445"/>
          <a:ext cx="1763085" cy="705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 Time Savings: 90%+</a:t>
          </a:r>
        </a:p>
      </dsp:txBody>
      <dsp:txXfrm>
        <a:off x="2076031" y="2069445"/>
        <a:ext cx="1763085" cy="705234"/>
      </dsp:txXfrm>
    </dsp:sp>
    <dsp:sp modelId="{3A9DC129-BC33-49D4-B509-ACC07254466F}">
      <dsp:nvSpPr>
        <dsp:cNvPr id="0" name=""/>
        <dsp:cNvSpPr/>
      </dsp:nvSpPr>
      <dsp:spPr>
        <a:xfrm>
          <a:off x="4632505" y="1011400"/>
          <a:ext cx="793388" cy="7933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F445A17-E031-43F3-B0D9-5DB8F87F646E}">
      <dsp:nvSpPr>
        <dsp:cNvPr id="0" name=""/>
        <dsp:cNvSpPr/>
      </dsp:nvSpPr>
      <dsp:spPr>
        <a:xfrm>
          <a:off x="4147657" y="2069445"/>
          <a:ext cx="1763085" cy="705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 Cost Reduction: 80% less security work</a:t>
          </a:r>
        </a:p>
      </dsp:txBody>
      <dsp:txXfrm>
        <a:off x="4147657" y="2069445"/>
        <a:ext cx="1763085" cy="705234"/>
      </dsp:txXfrm>
    </dsp:sp>
    <dsp:sp modelId="{82030E37-16E2-4415-B295-2453AC9AEF81}">
      <dsp:nvSpPr>
        <dsp:cNvPr id="0" name=""/>
        <dsp:cNvSpPr/>
      </dsp:nvSpPr>
      <dsp:spPr>
        <a:xfrm>
          <a:off x="6704131" y="1011400"/>
          <a:ext cx="793388" cy="79338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4427970-BEBA-41FD-9E8A-0AFCC79ED09C}">
      <dsp:nvSpPr>
        <dsp:cNvPr id="0" name=""/>
        <dsp:cNvSpPr/>
      </dsp:nvSpPr>
      <dsp:spPr>
        <a:xfrm>
          <a:off x="6219283" y="2069445"/>
          <a:ext cx="1763085" cy="705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 Quality: Standardized approach</a:t>
          </a:r>
        </a:p>
      </dsp:txBody>
      <dsp:txXfrm>
        <a:off x="6219283" y="2069445"/>
        <a:ext cx="1763085" cy="705234"/>
      </dsp:txXfrm>
    </dsp:sp>
    <dsp:sp modelId="{3E377D8D-8B44-4CE0-B108-DFB9EF0D4559}">
      <dsp:nvSpPr>
        <dsp:cNvPr id="0" name=""/>
        <dsp:cNvSpPr/>
      </dsp:nvSpPr>
      <dsp:spPr>
        <a:xfrm>
          <a:off x="8775757" y="1011400"/>
          <a:ext cx="793388" cy="79338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C396D6B-902A-4B67-9C64-008EEAA9F20E}">
      <dsp:nvSpPr>
        <dsp:cNvPr id="0" name=""/>
        <dsp:cNvSpPr/>
      </dsp:nvSpPr>
      <dsp:spPr>
        <a:xfrm>
          <a:off x="8290908" y="2069445"/>
          <a:ext cx="1763085" cy="705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 Risk Mitigation: Faster patching</a:t>
          </a:r>
        </a:p>
      </dsp:txBody>
      <dsp:txXfrm>
        <a:off x="8290908" y="2069445"/>
        <a:ext cx="1763085" cy="705234"/>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B583B08-8484-4520-8440-4E6707E0388D}" type="datetimeFigureOut">
              <a:rPr lang="en-IN" smtClean="0"/>
              <a:t>12-09-2025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BBCCF-D88C-401B-9A94-5094171ABD6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062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583B08-8484-4520-8440-4E6707E0388D}" type="datetimeFigureOut">
              <a:rPr lang="en-IN" smtClean="0"/>
              <a:t>12-09-2025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BBCCF-D88C-401B-9A94-5094171ABD64}" type="slidenum">
              <a:rPr lang="en-IN" smtClean="0"/>
              <a:t>‹#›</a:t>
            </a:fld>
            <a:endParaRPr lang="en-IN"/>
          </a:p>
        </p:txBody>
      </p:sp>
    </p:spTree>
    <p:extLst>
      <p:ext uri="{BB962C8B-B14F-4D97-AF65-F5344CB8AC3E}">
        <p14:creationId xmlns:p14="http://schemas.microsoft.com/office/powerpoint/2010/main" val="3853551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583B08-8484-4520-8440-4E6707E0388D}" type="datetimeFigureOut">
              <a:rPr lang="en-IN" smtClean="0"/>
              <a:t>12-09-2025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BBCCF-D88C-401B-9A94-5094171ABD6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381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583B08-8484-4520-8440-4E6707E0388D}" type="datetimeFigureOut">
              <a:rPr lang="en-IN" smtClean="0"/>
              <a:t>12-09-2025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CBBCCF-D88C-401B-9A94-5094171ABD64}" type="slidenum">
              <a:rPr lang="en-IN" smtClean="0"/>
              <a:t>‹#›</a:t>
            </a:fld>
            <a:endParaRPr lang="en-IN"/>
          </a:p>
        </p:txBody>
      </p:sp>
    </p:spTree>
    <p:extLst>
      <p:ext uri="{BB962C8B-B14F-4D97-AF65-F5344CB8AC3E}">
        <p14:creationId xmlns:p14="http://schemas.microsoft.com/office/powerpoint/2010/main" val="633262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B583B08-8484-4520-8440-4E6707E0388D}" type="datetimeFigureOut">
              <a:rPr lang="en-IN" smtClean="0"/>
              <a:t>12-09-2025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CBBCCF-D88C-401B-9A94-5094171ABD64}" type="slidenum">
              <a:rPr lang="en-IN" smtClean="0"/>
              <a:t>‹#›</a:t>
            </a:fld>
            <a:endParaRPr lang="en-IN"/>
          </a:p>
        </p:txBody>
      </p:sp>
    </p:spTree>
    <p:extLst>
      <p:ext uri="{BB962C8B-B14F-4D97-AF65-F5344CB8AC3E}">
        <p14:creationId xmlns:p14="http://schemas.microsoft.com/office/powerpoint/2010/main" val="2922211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B583B08-8484-4520-8440-4E6707E0388D}" type="datetimeFigureOut">
              <a:rPr lang="en-IN" smtClean="0"/>
              <a:t>12-09-2025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CBBCCF-D88C-401B-9A94-5094171ABD64}" type="slidenum">
              <a:rPr lang="en-IN" smtClean="0"/>
              <a:t>‹#›</a:t>
            </a:fld>
            <a:endParaRPr lang="en-IN"/>
          </a:p>
        </p:txBody>
      </p:sp>
    </p:spTree>
    <p:extLst>
      <p:ext uri="{BB962C8B-B14F-4D97-AF65-F5344CB8AC3E}">
        <p14:creationId xmlns:p14="http://schemas.microsoft.com/office/powerpoint/2010/main" val="3675132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CB583B08-8484-4520-8440-4E6707E0388D}" type="datetimeFigureOut">
              <a:rPr lang="en-IN" smtClean="0"/>
              <a:t>12-09-2025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11CBBCCF-D88C-401B-9A94-5094171ABD64}" type="slidenum">
              <a:rPr lang="en-IN" smtClean="0"/>
              <a:t>‹#›</a:t>
            </a:fld>
            <a:endParaRPr lang="en-IN"/>
          </a:p>
        </p:txBody>
      </p:sp>
    </p:spTree>
    <p:extLst>
      <p:ext uri="{BB962C8B-B14F-4D97-AF65-F5344CB8AC3E}">
        <p14:creationId xmlns:p14="http://schemas.microsoft.com/office/powerpoint/2010/main" val="735596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B583B08-8484-4520-8440-4E6707E0388D}" type="datetimeFigureOut">
              <a:rPr lang="en-IN" smtClean="0"/>
              <a:t>12-09-2025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1CBBCCF-D88C-401B-9A94-5094171ABD64}" type="slidenum">
              <a:rPr lang="en-IN" smtClean="0"/>
              <a:t>‹#›</a:t>
            </a:fld>
            <a:endParaRPr lang="en-IN"/>
          </a:p>
        </p:txBody>
      </p:sp>
    </p:spTree>
    <p:extLst>
      <p:ext uri="{BB962C8B-B14F-4D97-AF65-F5344CB8AC3E}">
        <p14:creationId xmlns:p14="http://schemas.microsoft.com/office/powerpoint/2010/main" val="2892726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583B08-8484-4520-8440-4E6707E0388D}" type="datetimeFigureOut">
              <a:rPr lang="en-IN" smtClean="0"/>
              <a:t>12-09-2025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CBBCCF-D88C-401B-9A94-5094171ABD64}" type="slidenum">
              <a:rPr lang="en-IN" smtClean="0"/>
              <a:t>‹#›</a:t>
            </a:fld>
            <a:endParaRPr lang="en-IN"/>
          </a:p>
        </p:txBody>
      </p:sp>
    </p:spTree>
    <p:extLst>
      <p:ext uri="{BB962C8B-B14F-4D97-AF65-F5344CB8AC3E}">
        <p14:creationId xmlns:p14="http://schemas.microsoft.com/office/powerpoint/2010/main" val="1407078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583B08-8484-4520-8440-4E6707E0388D}" type="datetimeFigureOut">
              <a:rPr lang="en-IN" smtClean="0"/>
              <a:t>12-09-2025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BBCCF-D88C-401B-9A94-5094171ABD64}" type="slidenum">
              <a:rPr lang="en-IN" smtClean="0"/>
              <a:t>‹#›</a:t>
            </a:fld>
            <a:endParaRPr lang="en-IN"/>
          </a:p>
        </p:txBody>
      </p:sp>
    </p:spTree>
    <p:extLst>
      <p:ext uri="{BB962C8B-B14F-4D97-AF65-F5344CB8AC3E}">
        <p14:creationId xmlns:p14="http://schemas.microsoft.com/office/powerpoint/2010/main" val="2559444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583B08-8484-4520-8440-4E6707E0388D}" type="datetimeFigureOut">
              <a:rPr lang="en-IN" smtClean="0"/>
              <a:t>12-09-2025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BBCCF-D88C-401B-9A94-5094171ABD64}" type="slidenum">
              <a:rPr lang="en-IN" smtClean="0"/>
              <a:t>‹#›</a:t>
            </a:fld>
            <a:endParaRPr lang="en-IN"/>
          </a:p>
        </p:txBody>
      </p:sp>
    </p:spTree>
    <p:extLst>
      <p:ext uri="{BB962C8B-B14F-4D97-AF65-F5344CB8AC3E}">
        <p14:creationId xmlns:p14="http://schemas.microsoft.com/office/powerpoint/2010/main" val="2202660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B583B08-8484-4520-8440-4E6707E0388D}" type="datetimeFigureOut">
              <a:rPr lang="en-IN" smtClean="0"/>
              <a:t>12-09-2025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1CBBCCF-D88C-401B-9A94-5094171ABD64}"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94240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75B73-FF77-8DB0-E33F-83D61D93855E}"/>
              </a:ext>
            </a:extLst>
          </p:cNvPr>
          <p:cNvSpPr>
            <a:spLocks noGrp="1"/>
          </p:cNvSpPr>
          <p:nvPr>
            <p:ph type="ctrTitle"/>
          </p:nvPr>
        </p:nvSpPr>
        <p:spPr>
          <a:xfrm>
            <a:off x="609600" y="832418"/>
            <a:ext cx="10363200" cy="3566160"/>
          </a:xfrm>
        </p:spPr>
        <p:txBody>
          <a:bodyPr>
            <a:normAutofit fontScale="90000"/>
          </a:bodyPr>
          <a:lstStyle/>
          <a:p>
            <a:pPr lvl="0" defTabSz="1219110" fontAlgn="b">
              <a:lnSpc>
                <a:spcPct val="100000"/>
              </a:lnSpc>
              <a:spcBef>
                <a:spcPts val="0"/>
              </a:spcBef>
              <a:defRPr/>
            </a:pPr>
            <a:r>
              <a:rPr lang="en-US" dirty="0"/>
              <a:t>Automated </a:t>
            </a:r>
            <a:r>
              <a:rPr lang="en-US" dirty="0" err="1"/>
              <a:t>Snyk</a:t>
            </a:r>
            <a:r>
              <a:rPr lang="en-US" dirty="0"/>
              <a:t> Vulnerability Remediation</a:t>
            </a:r>
            <a:endParaRPr lang="en-IN" dirty="0">
              <a:solidFill>
                <a:srgbClr val="000000"/>
              </a:solidFill>
              <a:latin typeface="Aptos Narrow" panose="020B0004020202020204" pitchFamily="34" charset="0"/>
            </a:endParaRPr>
          </a:p>
        </p:txBody>
      </p:sp>
      <p:sp>
        <p:nvSpPr>
          <p:cNvPr id="3" name="Subtitle 2">
            <a:extLst>
              <a:ext uri="{FF2B5EF4-FFF2-40B4-BE49-F238E27FC236}">
                <a16:creationId xmlns:a16="http://schemas.microsoft.com/office/drawing/2014/main" id="{64DD5011-01FE-2CC3-3950-166978052255}"/>
              </a:ext>
            </a:extLst>
          </p:cNvPr>
          <p:cNvSpPr>
            <a:spLocks noGrp="1"/>
          </p:cNvSpPr>
          <p:nvPr>
            <p:ph type="subTitle" idx="1"/>
          </p:nvPr>
        </p:nvSpPr>
        <p:spPr>
          <a:xfrm>
            <a:off x="1524000" y="4398578"/>
            <a:ext cx="9144000" cy="859221"/>
          </a:xfrm>
        </p:spPr>
        <p:txBody>
          <a:bodyPr/>
          <a:lstStyle/>
          <a:p>
            <a:r>
              <a:rPr lang="en-IN" dirty="0"/>
              <a:t>Kavitha A</a:t>
            </a:r>
          </a:p>
        </p:txBody>
      </p:sp>
    </p:spTree>
    <p:extLst>
      <p:ext uri="{BB962C8B-B14F-4D97-AF65-F5344CB8AC3E}">
        <p14:creationId xmlns:p14="http://schemas.microsoft.com/office/powerpoint/2010/main" val="18992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AA765-13C6-32BB-B108-1D58861B3CBE}"/>
              </a:ext>
            </a:extLst>
          </p:cNvPr>
          <p:cNvSpPr>
            <a:spLocks noGrp="1"/>
          </p:cNvSpPr>
          <p:nvPr>
            <p:ph type="title"/>
          </p:nvPr>
        </p:nvSpPr>
        <p:spPr>
          <a:xfrm>
            <a:off x="1184222" y="243589"/>
            <a:ext cx="10058400" cy="1450757"/>
          </a:xfrm>
        </p:spPr>
        <p:txBody>
          <a:bodyPr/>
          <a:lstStyle/>
          <a:p>
            <a:pPr>
              <a:tabLst>
                <a:tab pos="173038" algn="l"/>
              </a:tabLst>
            </a:pPr>
            <a:r>
              <a:rPr lang="en-IN" dirty="0">
                <a:latin typeface="+mn-lt"/>
              </a:rPr>
              <a:t>AS IS</a:t>
            </a:r>
          </a:p>
        </p:txBody>
      </p:sp>
      <p:sp>
        <p:nvSpPr>
          <p:cNvPr id="5" name="TextBox 4">
            <a:extLst>
              <a:ext uri="{FF2B5EF4-FFF2-40B4-BE49-F238E27FC236}">
                <a16:creationId xmlns:a16="http://schemas.microsoft.com/office/drawing/2014/main" id="{6F0112D6-797A-AD00-33B4-C5C5FB417EAC}"/>
              </a:ext>
            </a:extLst>
          </p:cNvPr>
          <p:cNvSpPr txBox="1"/>
          <p:nvPr/>
        </p:nvSpPr>
        <p:spPr>
          <a:xfrm>
            <a:off x="1184222" y="2008682"/>
            <a:ext cx="8379503" cy="3724096"/>
          </a:xfrm>
          <a:prstGeom prst="rect">
            <a:avLst/>
          </a:prstGeom>
          <a:noFill/>
        </p:spPr>
        <p:txBody>
          <a:bodyPr wrap="square">
            <a:spAutoFit/>
          </a:bodyPr>
          <a:lstStyle/>
          <a:p>
            <a:pPr marL="285750" indent="-285750">
              <a:buFont typeface="Wingdings" panose="05000000000000000000" pitchFamily="2" charset="2"/>
              <a:buChar char="ü"/>
            </a:pPr>
            <a:r>
              <a:rPr lang="en-IN" sz="1400" b="1" dirty="0"/>
              <a:t>Run </a:t>
            </a:r>
            <a:r>
              <a:rPr lang="en-IN" sz="1400" b="1" dirty="0" err="1"/>
              <a:t>Snyk</a:t>
            </a:r>
            <a:r>
              <a:rPr lang="en-IN" sz="1400" b="1" dirty="0"/>
              <a:t> Scan</a:t>
            </a:r>
          </a:p>
          <a:p>
            <a:r>
              <a:rPr lang="en-IN" sz="1400" dirty="0"/>
              <a:t>Use the </a:t>
            </a:r>
            <a:r>
              <a:rPr lang="en-IN" sz="1400" dirty="0" err="1"/>
              <a:t>Snyk</a:t>
            </a:r>
            <a:r>
              <a:rPr lang="en-IN" sz="1400" dirty="0"/>
              <a:t> CLI or </a:t>
            </a:r>
            <a:r>
              <a:rPr lang="en-IN" sz="1400" dirty="0" err="1"/>
              <a:t>Snyk</a:t>
            </a:r>
            <a:r>
              <a:rPr lang="en-IN" sz="1400" dirty="0"/>
              <a:t> Portal or  IDE </a:t>
            </a:r>
            <a:r>
              <a:rPr lang="en-IN" sz="1400" dirty="0" err="1"/>
              <a:t>Snyk</a:t>
            </a:r>
            <a:r>
              <a:rPr lang="en-IN" sz="1400" dirty="0"/>
              <a:t> plugin to scan the codebase. This identifies the </a:t>
            </a:r>
            <a:r>
              <a:rPr lang="en-IN" sz="1400" dirty="0" err="1"/>
              <a:t>snyk</a:t>
            </a:r>
            <a:r>
              <a:rPr lang="en-IN" sz="1400" dirty="0"/>
              <a:t> vulnerabilities.</a:t>
            </a:r>
          </a:p>
          <a:p>
            <a:endParaRPr lang="en-IN" sz="1400" dirty="0"/>
          </a:p>
          <a:p>
            <a:pPr marL="285750" indent="-285750">
              <a:buFont typeface="Wingdings" panose="05000000000000000000" pitchFamily="2" charset="2"/>
              <a:buChar char="ü"/>
            </a:pPr>
            <a:r>
              <a:rPr lang="en-IN" sz="1400" b="1" dirty="0"/>
              <a:t>Review the Report</a:t>
            </a:r>
          </a:p>
          <a:p>
            <a:r>
              <a:rPr lang="en-IN" sz="1400" dirty="0"/>
              <a:t>Developers manually review the output: Severity (low, medium, high), Affected packages, Suggested fixes </a:t>
            </a:r>
          </a:p>
          <a:p>
            <a:endParaRPr lang="en-IN" sz="1400" dirty="0"/>
          </a:p>
          <a:p>
            <a:pPr marL="285750" indent="-285750">
              <a:buFont typeface="Wingdings" panose="05000000000000000000" pitchFamily="2" charset="2"/>
              <a:buChar char="ü"/>
            </a:pPr>
            <a:r>
              <a:rPr lang="en-US" altLang="en-US" sz="1400" b="1" dirty="0"/>
              <a:t>Apply Fixes</a:t>
            </a:r>
          </a:p>
          <a:p>
            <a:pPr lvl="0" defTabSz="914400" eaLnBrk="0" fontAlgn="base" hangingPunct="0">
              <a:spcBef>
                <a:spcPct val="0"/>
              </a:spcBef>
              <a:spcAft>
                <a:spcPct val="0"/>
              </a:spcAft>
            </a:pPr>
            <a:r>
              <a:rPr lang="en-US" altLang="en-US" sz="1400" dirty="0"/>
              <a:t>Dependency upgrades and Code-level fixes</a:t>
            </a:r>
          </a:p>
          <a:p>
            <a:pPr lvl="0" defTabSz="914400" eaLnBrk="0" fontAlgn="base" hangingPunct="0">
              <a:spcBef>
                <a:spcPct val="0"/>
              </a:spcBef>
              <a:spcAft>
                <a:spcPct val="0"/>
              </a:spcAft>
            </a:pPr>
            <a:endParaRPr lang="en-US" altLang="en-US" sz="1400" dirty="0"/>
          </a:p>
          <a:p>
            <a:pPr marL="285750" lvl="0" indent="-285750" defTabSz="914400" eaLnBrk="0" fontAlgn="base" hangingPunct="0">
              <a:spcBef>
                <a:spcPct val="0"/>
              </a:spcBef>
              <a:spcAft>
                <a:spcPct val="0"/>
              </a:spcAft>
              <a:buFont typeface="Wingdings" panose="05000000000000000000" pitchFamily="2" charset="2"/>
              <a:buChar char="ü"/>
            </a:pPr>
            <a:r>
              <a:rPr lang="en-US" altLang="en-US" sz="1400" b="1" dirty="0"/>
              <a:t>Re-test</a:t>
            </a:r>
          </a:p>
          <a:p>
            <a:pPr lvl="0" defTabSz="914400" eaLnBrk="0" fontAlgn="base" hangingPunct="0">
              <a:spcBef>
                <a:spcPct val="0"/>
              </a:spcBef>
              <a:spcAft>
                <a:spcPct val="0"/>
              </a:spcAft>
            </a:pPr>
            <a:r>
              <a:rPr lang="en-US" altLang="en-US" sz="1400" dirty="0"/>
              <a:t>Validate the fixed vulnerability (In Maven Java Project – Do a maven build and Start the application).Run </a:t>
            </a:r>
            <a:r>
              <a:rPr lang="en-US" altLang="en-US" sz="1400" dirty="0" err="1"/>
              <a:t>snyk</a:t>
            </a:r>
            <a:r>
              <a:rPr lang="en-US" altLang="en-US" sz="1400" dirty="0"/>
              <a:t> test again to ensure vulnerabilities are resolved.</a:t>
            </a:r>
          </a:p>
          <a:p>
            <a:pPr lvl="0" defTabSz="914400" eaLnBrk="0" fontAlgn="base" hangingPunct="0">
              <a:spcBef>
                <a:spcPct val="0"/>
              </a:spcBef>
              <a:spcAft>
                <a:spcPct val="0"/>
              </a:spcAft>
            </a:pPr>
            <a:endParaRPr lang="en-US" altLang="en-US" sz="1400" b="1" dirty="0"/>
          </a:p>
          <a:p>
            <a:pPr marL="285750" lvl="0" indent="-285750" defTabSz="914400" eaLnBrk="0" fontAlgn="base" hangingPunct="0">
              <a:spcBef>
                <a:spcPct val="0"/>
              </a:spcBef>
              <a:spcAft>
                <a:spcPct val="0"/>
              </a:spcAft>
              <a:buFont typeface="Wingdings" panose="05000000000000000000" pitchFamily="2" charset="2"/>
              <a:buChar char="ü"/>
            </a:pPr>
            <a:r>
              <a:rPr lang="en-US" altLang="en-US" sz="1400" b="1" dirty="0"/>
              <a:t>Commit and Push</a:t>
            </a:r>
          </a:p>
          <a:p>
            <a:pPr lvl="0" defTabSz="914400" eaLnBrk="0" fontAlgn="base" hangingPunct="0">
              <a:spcBef>
                <a:spcPct val="0"/>
              </a:spcBef>
              <a:spcAft>
                <a:spcPct val="0"/>
              </a:spcAft>
            </a:pPr>
            <a:r>
              <a:rPr lang="en-US" altLang="en-US" sz="1400" dirty="0"/>
              <a:t>Changes are committed and pushed to version control.</a:t>
            </a:r>
          </a:p>
          <a:p>
            <a:pPr lvl="0" defTabSz="914400" eaLnBrk="0" fontAlgn="base" hangingPunct="0">
              <a:spcBef>
                <a:spcPct val="0"/>
              </a:spcBef>
              <a:spcAft>
                <a:spcPct val="0"/>
              </a:spcAft>
            </a:pPr>
            <a:r>
              <a:rPr lang="en-US" altLang="en-US" sz="1400" dirty="0"/>
              <a:t>Optionally, a pull request is created for review.</a:t>
            </a:r>
          </a:p>
          <a:p>
            <a:pPr lvl="0" defTabSz="914400" eaLnBrk="0" fontAlgn="base" hangingPunct="0">
              <a:spcBef>
                <a:spcPct val="0"/>
              </a:spcBef>
              <a:spcAft>
                <a:spcPct val="0"/>
              </a:spcAft>
            </a:pPr>
            <a:r>
              <a:rPr lang="en-US" altLang="en-US" sz="1200" dirty="0"/>
              <a:t>.</a:t>
            </a:r>
          </a:p>
        </p:txBody>
      </p:sp>
      <p:sp>
        <p:nvSpPr>
          <p:cNvPr id="7" name="Rectangle 3">
            <a:extLst>
              <a:ext uri="{FF2B5EF4-FFF2-40B4-BE49-F238E27FC236}">
                <a16:creationId xmlns:a16="http://schemas.microsoft.com/office/drawing/2014/main" id="{92091A7E-A720-006B-A775-FCE49E24A56E}"/>
              </a:ext>
            </a:extLst>
          </p:cNvPr>
          <p:cNvSpPr>
            <a:spLocks noChangeArrowheads="1"/>
          </p:cNvSpPr>
          <p:nvPr/>
        </p:nvSpPr>
        <p:spPr bwMode="auto">
          <a:xfrm>
            <a:off x="0" y="90100"/>
            <a:ext cx="65" cy="2769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B5E5559C-3CF7-9A4C-C017-2CBB1B507328}"/>
              </a:ext>
            </a:extLst>
          </p:cNvPr>
          <p:cNvSpPr>
            <a:spLocks noChangeArrowheads="1"/>
          </p:cNvSpPr>
          <p:nvPr/>
        </p:nvSpPr>
        <p:spPr bwMode="auto">
          <a:xfrm>
            <a:off x="0" y="53243"/>
            <a:ext cx="65" cy="350714"/>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6501" rIns="0" bIns="3650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92790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8E353-7BF1-BB5F-F99C-644E5C3E7453}"/>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2FBECEB6-810E-D353-FC6F-A7028271A79B}"/>
              </a:ext>
            </a:extLst>
          </p:cNvPr>
          <p:cNvSpPr>
            <a:spLocks noGrp="1"/>
          </p:cNvSpPr>
          <p:nvPr>
            <p:ph idx="1"/>
          </p:nvPr>
        </p:nvSpPr>
        <p:spPr/>
        <p:txBody>
          <a:bodyPr/>
          <a:lstStyle/>
          <a:p>
            <a:pPr>
              <a:defRPr sz="1800"/>
            </a:pPr>
            <a:r>
              <a:rPr lang="en-US" dirty="0"/>
              <a:t>🚨 Current Challenges</a:t>
            </a:r>
          </a:p>
          <a:p>
            <a:pPr>
              <a:defRPr sz="1800"/>
            </a:pPr>
            <a:r>
              <a:rPr lang="en-US" dirty="0"/>
              <a:t>- Manual Process: Security teams manually review each vulnerability</a:t>
            </a:r>
          </a:p>
          <a:p>
            <a:pPr>
              <a:defRPr sz="1800"/>
            </a:pPr>
            <a:r>
              <a:rPr lang="en-US" dirty="0"/>
              <a:t>- Time Consuming: Hours spent on research and testing fixes</a:t>
            </a:r>
          </a:p>
          <a:p>
            <a:pPr>
              <a:defRPr sz="1800"/>
            </a:pPr>
            <a:r>
              <a:rPr lang="en-US" dirty="0"/>
              <a:t>- Error Prone: Human mistakes in dependency updates</a:t>
            </a:r>
          </a:p>
          <a:p>
            <a:pPr>
              <a:defRPr sz="1800"/>
            </a:pPr>
            <a:r>
              <a:rPr lang="en-US" dirty="0"/>
              <a:t>- Inconsistent: Different approaches to similar vulnerabilities</a:t>
            </a:r>
          </a:p>
          <a:p>
            <a:pPr>
              <a:defRPr sz="1800"/>
            </a:pPr>
            <a:r>
              <a:rPr lang="en-US" dirty="0"/>
              <a:t>- Delayed Fixes: Security patches take weeks to implement</a:t>
            </a:r>
          </a:p>
          <a:p>
            <a:endParaRPr lang="en-US" dirty="0"/>
          </a:p>
        </p:txBody>
      </p:sp>
    </p:spTree>
    <p:extLst>
      <p:ext uri="{BB962C8B-B14F-4D97-AF65-F5344CB8AC3E}">
        <p14:creationId xmlns:p14="http://schemas.microsoft.com/office/powerpoint/2010/main" val="572544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FA00C-425C-421F-ECCC-6B545EFAEE1E}"/>
              </a:ext>
            </a:extLst>
          </p:cNvPr>
          <p:cNvSpPr>
            <a:spLocks noGrp="1"/>
          </p:cNvSpPr>
          <p:nvPr>
            <p:ph type="title"/>
          </p:nvPr>
        </p:nvSpPr>
        <p:spPr/>
        <p:txBody>
          <a:bodyPr/>
          <a:lstStyle/>
          <a:p>
            <a:r>
              <a:rPr lang="en-US" dirty="0"/>
              <a:t>Solution Overview</a:t>
            </a:r>
          </a:p>
        </p:txBody>
      </p:sp>
      <p:sp>
        <p:nvSpPr>
          <p:cNvPr id="3" name="Content Placeholder 2">
            <a:extLst>
              <a:ext uri="{FF2B5EF4-FFF2-40B4-BE49-F238E27FC236}">
                <a16:creationId xmlns:a16="http://schemas.microsoft.com/office/drawing/2014/main" id="{4FB94881-A066-62CB-B8FD-5A4CF9379F26}"/>
              </a:ext>
            </a:extLst>
          </p:cNvPr>
          <p:cNvSpPr>
            <a:spLocks noGrp="1"/>
          </p:cNvSpPr>
          <p:nvPr>
            <p:ph idx="1"/>
          </p:nvPr>
        </p:nvSpPr>
        <p:spPr/>
        <p:txBody>
          <a:bodyPr/>
          <a:lstStyle/>
          <a:p>
            <a:pPr>
              <a:defRPr sz="1800"/>
            </a:pPr>
            <a:r>
              <a:rPr lang="en-US" dirty="0"/>
              <a:t>🚀 Our Solution</a:t>
            </a:r>
          </a:p>
          <a:p>
            <a:pPr>
              <a:defRPr sz="1800"/>
            </a:pPr>
            <a:r>
              <a:rPr lang="en-US" dirty="0"/>
              <a:t>- Automated Scanning: </a:t>
            </a:r>
            <a:r>
              <a:rPr lang="en-US" dirty="0" err="1"/>
              <a:t>Snyk</a:t>
            </a:r>
            <a:r>
              <a:rPr lang="en-US" dirty="0"/>
              <a:t> CLI integration</a:t>
            </a:r>
          </a:p>
          <a:p>
            <a:pPr>
              <a:defRPr sz="1800"/>
            </a:pPr>
            <a:r>
              <a:rPr lang="en-US" dirty="0"/>
              <a:t>- AI-Powered Fixes: Mistral AI generates pom.xml updates</a:t>
            </a:r>
          </a:p>
          <a:p>
            <a:pPr>
              <a:defRPr sz="1800"/>
            </a:pPr>
            <a:r>
              <a:rPr lang="en-US" dirty="0"/>
              <a:t>- Automated Validation: Maven build + Spring Boot testing</a:t>
            </a:r>
          </a:p>
          <a:p>
            <a:pPr>
              <a:defRPr sz="1800"/>
            </a:pPr>
            <a:r>
              <a:rPr lang="en-US" dirty="0"/>
              <a:t>- Smart Organization: Success/failure tracking</a:t>
            </a:r>
          </a:p>
          <a:p>
            <a:pPr>
              <a:defRPr sz="1800"/>
            </a:pPr>
            <a:r>
              <a:rPr lang="en-US" dirty="0"/>
              <a:t>- GitHub Integration: Automated PR creation</a:t>
            </a:r>
          </a:p>
          <a:p>
            <a:endParaRPr lang="en-US" dirty="0"/>
          </a:p>
        </p:txBody>
      </p:sp>
    </p:spTree>
    <p:extLst>
      <p:ext uri="{BB962C8B-B14F-4D97-AF65-F5344CB8AC3E}">
        <p14:creationId xmlns:p14="http://schemas.microsoft.com/office/powerpoint/2010/main" val="352305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C33BF9DD-8A45-4EEE-B231-0A14D322E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Robot">
            <a:extLst>
              <a:ext uri="{FF2B5EF4-FFF2-40B4-BE49-F238E27FC236}">
                <a16:creationId xmlns:a16="http://schemas.microsoft.com/office/drawing/2014/main" id="{24FD8850-BA28-A93B-1BA6-E1AC34EE439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3999" y="1296626"/>
            <a:ext cx="4001315" cy="4001315"/>
          </a:xfrm>
          <a:prstGeom prst="rect">
            <a:avLst/>
          </a:prstGeom>
        </p:spPr>
      </p:pic>
      <p:cxnSp>
        <p:nvCxnSpPr>
          <p:cNvPr id="18" name="Straight Connector 17">
            <a:extLst>
              <a:ext uri="{FF2B5EF4-FFF2-40B4-BE49-F238E27FC236}">
                <a16:creationId xmlns:a16="http://schemas.microsoft.com/office/drawing/2014/main" id="{9020DCC9-F851-4562-BB20-1AB3C51BFD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6F3C231-F6EA-7E43-AA78-69BF2EC0E792}"/>
              </a:ext>
            </a:extLst>
          </p:cNvPr>
          <p:cNvSpPr txBox="1"/>
          <p:nvPr/>
        </p:nvSpPr>
        <p:spPr>
          <a:xfrm>
            <a:off x="4974769" y="2198914"/>
            <a:ext cx="6574973" cy="3670180"/>
          </a:xfrm>
          <a:prstGeom prst="rect">
            <a:avLst/>
          </a:prstGeom>
        </p:spPr>
        <p:txBody>
          <a:bodyPr vert="horz" lIns="0" tIns="45720" rIns="0" bIns="45720" rtlCol="0">
            <a:normAutofit/>
          </a:bodyPr>
          <a:lstStyle/>
          <a:p>
            <a:pPr defTabSz="914400">
              <a:lnSpc>
                <a:spcPct val="90000"/>
              </a:lnSpc>
              <a:spcAft>
                <a:spcPts val="600"/>
              </a:spcAft>
              <a:buClr>
                <a:schemeClr val="accent1"/>
              </a:buClr>
              <a:buFont typeface="Calibri" panose="020F0502020204030204" pitchFamily="34" charset="0"/>
            </a:pPr>
            <a:r>
              <a:rPr lang="en-US" dirty="0">
                <a:solidFill>
                  <a:schemeClr val="tx1">
                    <a:lumMod val="75000"/>
                    <a:lumOff val="25000"/>
                  </a:schemeClr>
                </a:solidFill>
              </a:rPr>
              <a:t>The script is an end-to-end automation tool that scans for vulnerabilities, uses an AI to fix them, verifies the fixes, and then creates a pull request for human review.</a:t>
            </a:r>
          </a:p>
        </p:txBody>
      </p:sp>
      <p:sp>
        <p:nvSpPr>
          <p:cNvPr id="20" name="Rectangle 19">
            <a:extLst>
              <a:ext uri="{FF2B5EF4-FFF2-40B4-BE49-F238E27FC236}">
                <a16:creationId xmlns:a16="http://schemas.microsoft.com/office/drawing/2014/main" id="{D5FBCAC9-BD8B-4F3B-AD74-EF37D421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9556C5A8-AD7E-4CE7-87BE-9EA3B5E1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30917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36D16D1E-4205-49F5-BD2A-DA769947C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6" name="Rectangle 25">
            <a:extLst>
              <a:ext uri="{FF2B5EF4-FFF2-40B4-BE49-F238E27FC236}">
                <a16:creationId xmlns:a16="http://schemas.microsoft.com/office/drawing/2014/main" id="{012FD100-C039-4E03-B5E4-2EDFA7290A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4193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8" name="Straight Connector 27">
            <a:extLst>
              <a:ext uri="{FF2B5EF4-FFF2-40B4-BE49-F238E27FC236}">
                <a16:creationId xmlns:a16="http://schemas.microsoft.com/office/drawing/2014/main" id="{4418FCD2-8448-4A81-8EB4-72250F7827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0" name="Rectangle 29">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4" name="Rectangle 33">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20" name="Content Placeholder 2">
            <a:extLst>
              <a:ext uri="{FF2B5EF4-FFF2-40B4-BE49-F238E27FC236}">
                <a16:creationId xmlns:a16="http://schemas.microsoft.com/office/drawing/2014/main" id="{906A08F5-128D-D15E-D66E-FBDEA31F30BD}"/>
              </a:ext>
            </a:extLst>
          </p:cNvPr>
          <p:cNvGraphicFramePr>
            <a:graphicFrameLocks noGrp="1"/>
          </p:cNvGraphicFramePr>
          <p:nvPr>
            <p:ph idx="4294967295"/>
            <p:extLst>
              <p:ext uri="{D42A27DB-BD31-4B8C-83A1-F6EECF244321}">
                <p14:modId xmlns:p14="http://schemas.microsoft.com/office/powerpoint/2010/main" val="983192589"/>
              </p:ext>
            </p:extLst>
          </p:nvPr>
        </p:nvGraphicFramePr>
        <p:xfrm>
          <a:off x="4745296" y="-272318"/>
          <a:ext cx="6797675" cy="37013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C0294928-348B-3BC8-6BF8-85C01641E6B9}"/>
              </a:ext>
            </a:extLst>
          </p:cNvPr>
          <p:cNvSpPr txBox="1"/>
          <p:nvPr/>
        </p:nvSpPr>
        <p:spPr>
          <a:xfrm flipH="1">
            <a:off x="652461" y="1019331"/>
            <a:ext cx="2749825" cy="3139321"/>
          </a:xfrm>
          <a:prstGeom prst="rect">
            <a:avLst/>
          </a:prstGeom>
          <a:noFill/>
        </p:spPr>
        <p:txBody>
          <a:bodyPr wrap="square">
            <a:spAutoFit/>
          </a:bodyPr>
          <a:lstStyle/>
          <a:p>
            <a:pPr lvl="0"/>
            <a:r>
              <a:rPr lang="en-US" b="1" dirty="0"/>
              <a:t>BREAKDOWN OF HOW IT WORKS:</a:t>
            </a:r>
          </a:p>
          <a:p>
            <a:pPr lvl="0"/>
            <a:r>
              <a:rPr lang="en-US" dirty="0"/>
              <a:t>This Python script automates the process of finding and fixing vulnerabilities in a Java Maven project and then creating a pull request with the fixes. Here's a breakdown of how it works:</a:t>
            </a:r>
          </a:p>
        </p:txBody>
      </p:sp>
    </p:spTree>
    <p:extLst>
      <p:ext uri="{BB962C8B-B14F-4D97-AF65-F5344CB8AC3E}">
        <p14:creationId xmlns:p14="http://schemas.microsoft.com/office/powerpoint/2010/main" val="946126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7" name="Rectangle 46">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8" name="Straight Connector 47">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9" name="Rectangle 48">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FF8350-5C96-2DC7-F307-66EA5A9C3588}"/>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6600">
                <a:solidFill>
                  <a:schemeClr val="tx1">
                    <a:lumMod val="85000"/>
                    <a:lumOff val="15000"/>
                  </a:schemeClr>
                </a:solidFill>
              </a:rPr>
              <a:t>How does it work?</a:t>
            </a:r>
          </a:p>
        </p:txBody>
      </p:sp>
      <p:pic>
        <p:nvPicPr>
          <p:cNvPr id="6" name="Content Placeholder 4">
            <a:extLst>
              <a:ext uri="{FF2B5EF4-FFF2-40B4-BE49-F238E27FC236}">
                <a16:creationId xmlns:a16="http://schemas.microsoft.com/office/drawing/2014/main" id="{9455E380-8148-F3FF-4869-3D40427906F0}"/>
              </a:ext>
            </a:extLst>
          </p:cNvPr>
          <p:cNvPicPr>
            <a:picLocks noChangeAspect="1"/>
          </p:cNvPicPr>
          <p:nvPr/>
        </p:nvPicPr>
        <p:blipFill>
          <a:blip r:embed="rId2"/>
          <a:stretch>
            <a:fillRect/>
          </a:stretch>
        </p:blipFill>
        <p:spPr>
          <a:xfrm>
            <a:off x="633999" y="639097"/>
            <a:ext cx="6912217" cy="5238017"/>
          </a:xfrm>
          <a:prstGeom prst="rect">
            <a:avLst/>
          </a:prstGeom>
        </p:spPr>
      </p:pic>
      <p:cxnSp>
        <p:nvCxnSpPr>
          <p:cNvPr id="50" name="Straight Connector 49">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6" name="Rectangle 45">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17066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6D16D1E-4205-49F5-BD2A-DA769947C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012FD100-C039-4E03-B5E4-2EDFA7290A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4193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1" name="Straight Connector 30">
            <a:extLst>
              <a:ext uri="{FF2B5EF4-FFF2-40B4-BE49-F238E27FC236}">
                <a16:creationId xmlns:a16="http://schemas.microsoft.com/office/drawing/2014/main" id="{4418FCD2-8448-4A81-8EB4-72250F7827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ED12084-A086-3FE9-719A-F2EB2DD42DAC}"/>
              </a:ext>
            </a:extLst>
          </p:cNvPr>
          <p:cNvSpPr txBox="1"/>
          <p:nvPr/>
        </p:nvSpPr>
        <p:spPr>
          <a:xfrm>
            <a:off x="1097280" y="286603"/>
            <a:ext cx="10058400" cy="1450757"/>
          </a:xfrm>
          <a:prstGeom prst="rect">
            <a:avLst/>
          </a:prstGeom>
        </p:spPr>
        <p:txBody>
          <a:bodyPr vert="horz" lIns="91440" tIns="45720" rIns="91440" bIns="45720" rtlCol="0" anchor="b">
            <a:normAutofit/>
          </a:bodyPr>
          <a:lstStyle/>
          <a:p>
            <a:pPr defTabSz="914400">
              <a:lnSpc>
                <a:spcPct val="85000"/>
              </a:lnSpc>
              <a:spcBef>
                <a:spcPct val="0"/>
              </a:spcBef>
              <a:spcAft>
                <a:spcPts val="600"/>
              </a:spcAft>
            </a:pPr>
            <a:r>
              <a:rPr lang="en-US" sz="4800" spc="-50">
                <a:solidFill>
                  <a:schemeClr val="tx1">
                    <a:lumMod val="75000"/>
                    <a:lumOff val="25000"/>
                  </a:schemeClr>
                </a:solidFill>
                <a:latin typeface="+mj-lt"/>
                <a:ea typeface="+mj-ea"/>
                <a:cs typeface="+mj-cs"/>
              </a:rPr>
              <a:t>BENEFITS &amp; ROI</a:t>
            </a:r>
          </a:p>
        </p:txBody>
      </p:sp>
      <p:graphicFrame>
        <p:nvGraphicFramePr>
          <p:cNvPr id="7" name="Content Placeholder 2">
            <a:extLst>
              <a:ext uri="{FF2B5EF4-FFF2-40B4-BE49-F238E27FC236}">
                <a16:creationId xmlns:a16="http://schemas.microsoft.com/office/drawing/2014/main" id="{04123D39-8444-76FC-7D8F-3DAC9DD198D3}"/>
              </a:ext>
            </a:extLst>
          </p:cNvPr>
          <p:cNvGraphicFramePr>
            <a:graphicFrameLocks/>
          </p:cNvGraphicFramePr>
          <p:nvPr>
            <p:extLst>
              <p:ext uri="{D42A27DB-BD31-4B8C-83A1-F6EECF244321}">
                <p14:modId xmlns:p14="http://schemas.microsoft.com/office/powerpoint/2010/main" val="3413121855"/>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7254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13DEA-E2B2-10F8-5FE1-52EB5C17FD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FFA8E-0515-513F-F659-8DBE6B8A4761}"/>
              </a:ext>
            </a:extLst>
          </p:cNvPr>
          <p:cNvSpPr>
            <a:spLocks noGrp="1"/>
          </p:cNvSpPr>
          <p:nvPr>
            <p:ph type="title"/>
          </p:nvPr>
        </p:nvSpPr>
        <p:spPr/>
        <p:txBody>
          <a:bodyPr/>
          <a:lstStyle/>
          <a:p>
            <a:r>
              <a:rPr lang="en-IN" dirty="0"/>
              <a:t>Agentic Automation benefits</a:t>
            </a:r>
          </a:p>
        </p:txBody>
      </p:sp>
      <p:graphicFrame>
        <p:nvGraphicFramePr>
          <p:cNvPr id="5" name="Table 4">
            <a:extLst>
              <a:ext uri="{FF2B5EF4-FFF2-40B4-BE49-F238E27FC236}">
                <a16:creationId xmlns:a16="http://schemas.microsoft.com/office/drawing/2014/main" id="{3EF9A267-18DD-BDF0-48B4-0FF7C0D0252E}"/>
              </a:ext>
            </a:extLst>
          </p:cNvPr>
          <p:cNvGraphicFramePr>
            <a:graphicFrameLocks noGrp="1"/>
          </p:cNvGraphicFramePr>
          <p:nvPr>
            <p:extLst>
              <p:ext uri="{D42A27DB-BD31-4B8C-83A1-F6EECF244321}">
                <p14:modId xmlns:p14="http://schemas.microsoft.com/office/powerpoint/2010/main" val="3991804737"/>
              </p:ext>
            </p:extLst>
          </p:nvPr>
        </p:nvGraphicFramePr>
        <p:xfrm>
          <a:off x="1096963" y="2610803"/>
          <a:ext cx="10058400" cy="2493645"/>
        </p:xfrm>
        <a:graphic>
          <a:graphicData uri="http://schemas.openxmlformats.org/drawingml/2006/table">
            <a:tbl>
              <a:tblPr/>
              <a:tblGrid>
                <a:gridCol w="3352800">
                  <a:extLst>
                    <a:ext uri="{9D8B030D-6E8A-4147-A177-3AD203B41FA5}">
                      <a16:colId xmlns:a16="http://schemas.microsoft.com/office/drawing/2014/main" val="2785336061"/>
                    </a:ext>
                  </a:extLst>
                </a:gridCol>
                <a:gridCol w="3352800">
                  <a:extLst>
                    <a:ext uri="{9D8B030D-6E8A-4147-A177-3AD203B41FA5}">
                      <a16:colId xmlns:a16="http://schemas.microsoft.com/office/drawing/2014/main" val="3236328483"/>
                    </a:ext>
                  </a:extLst>
                </a:gridCol>
                <a:gridCol w="3352800">
                  <a:extLst>
                    <a:ext uri="{9D8B030D-6E8A-4147-A177-3AD203B41FA5}">
                      <a16:colId xmlns:a16="http://schemas.microsoft.com/office/drawing/2014/main" val="381348589"/>
                    </a:ext>
                  </a:extLst>
                </a:gridCol>
              </a:tblGrid>
              <a:tr h="0">
                <a:tc>
                  <a:txBody>
                    <a:bodyPr/>
                    <a:lstStyle/>
                    <a:p>
                      <a:pPr algn="l" fontAlgn="t">
                        <a:buNone/>
                      </a:pPr>
                      <a:r>
                        <a:rPr lang="en-IN" b="1">
                          <a:effectLst/>
                        </a:rPr>
                        <a:t>Feature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en-IN" b="1">
                          <a:effectLst/>
                        </a:rPr>
                        <a:t>Traditional Fixing</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en-IN" b="1" dirty="0">
                          <a:effectLst/>
                        </a:rPr>
                        <a:t>Agentic Development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926067118"/>
                  </a:ext>
                </a:extLst>
              </a:tr>
              <a:tr h="0">
                <a:tc>
                  <a:txBody>
                    <a:bodyPr/>
                    <a:lstStyle/>
                    <a:p>
                      <a:pPr algn="l" fontAlgn="t">
                        <a:buNone/>
                      </a:pPr>
                      <a:r>
                        <a:rPr lang="en-IN">
                          <a:effectLst/>
                        </a:rPr>
                        <a:t>Manual effort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IN">
                          <a:effectLst/>
                        </a:rPr>
                        <a:t>High</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IN">
                          <a:effectLst/>
                        </a:rPr>
                        <a:t>Low</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2087031620"/>
                  </a:ext>
                </a:extLst>
              </a:tr>
              <a:tr h="0">
                <a:tc>
                  <a:txBody>
                    <a:bodyPr/>
                    <a:lstStyle/>
                    <a:p>
                      <a:pPr algn="l" fontAlgn="t">
                        <a:buNone/>
                      </a:pPr>
                      <a:r>
                        <a:rPr lang="en-IN">
                          <a:effectLst/>
                        </a:rPr>
                        <a:t>Speed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IN">
                          <a:effectLst/>
                        </a:rPr>
                        <a:t>Slower</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IN">
                          <a:effectLst/>
                        </a:rPr>
                        <a:t>Faster</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1426155203"/>
                  </a:ext>
                </a:extLst>
              </a:tr>
              <a:tr h="0">
                <a:tc>
                  <a:txBody>
                    <a:bodyPr/>
                    <a:lstStyle/>
                    <a:p>
                      <a:pPr algn="l" fontAlgn="t">
                        <a:buNone/>
                      </a:pPr>
                      <a:r>
                        <a:rPr lang="en-IN">
                          <a:effectLst/>
                        </a:rPr>
                        <a:t>Coverage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IN">
                          <a:effectLst/>
                        </a:rPr>
                        <a:t>Partial</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IN">
                          <a:effectLst/>
                        </a:rPr>
                        <a:t>Comprehensive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1905382701"/>
                  </a:ext>
                </a:extLst>
              </a:tr>
              <a:tr h="0">
                <a:tc>
                  <a:txBody>
                    <a:bodyPr/>
                    <a:lstStyle/>
                    <a:p>
                      <a:pPr algn="l" fontAlgn="t">
                        <a:buNone/>
                      </a:pPr>
                      <a:r>
                        <a:rPr lang="en-IN">
                          <a:effectLst/>
                        </a:rPr>
                        <a:t>Adaptability</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IN">
                          <a:effectLst/>
                        </a:rPr>
                        <a:t>None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IN">
                          <a:effectLst/>
                        </a:rPr>
                        <a:t>High</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1625337901"/>
                  </a:ext>
                </a:extLst>
              </a:tr>
              <a:tr h="0">
                <a:tc>
                  <a:txBody>
                    <a:bodyPr/>
                    <a:lstStyle/>
                    <a:p>
                      <a:pPr algn="l" fontAlgn="t">
                        <a:buNone/>
                      </a:pPr>
                      <a:r>
                        <a:rPr lang="en-IN">
                          <a:effectLst/>
                        </a:rPr>
                        <a:t>Learning</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IN">
                          <a:effectLst/>
                        </a:rPr>
                        <a:t>No</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IN" dirty="0">
                          <a:effectLst/>
                        </a:rPr>
                        <a:t>Yes (via feedback)</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3865220626"/>
                  </a:ext>
                </a:extLst>
              </a:tr>
            </a:tbl>
          </a:graphicData>
        </a:graphic>
      </p:graphicFrame>
    </p:spTree>
    <p:extLst>
      <p:ext uri="{BB962C8B-B14F-4D97-AF65-F5344CB8AC3E}">
        <p14:creationId xmlns:p14="http://schemas.microsoft.com/office/powerpoint/2010/main" val="3372701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D1036-09FD-66EA-E9A5-E3A8FBA26376}"/>
              </a:ext>
            </a:extLst>
          </p:cNvPr>
          <p:cNvSpPr>
            <a:spLocks noGrp="1"/>
          </p:cNvSpPr>
          <p:nvPr>
            <p:ph type="title"/>
          </p:nvPr>
        </p:nvSpPr>
        <p:spPr/>
        <p:txBody>
          <a:bodyPr/>
          <a:lstStyle/>
          <a:p>
            <a:r>
              <a:rPr lang="en-IN" dirty="0"/>
              <a:t>System Prompts</a:t>
            </a:r>
            <a:endParaRPr lang="en-US" dirty="0"/>
          </a:p>
        </p:txBody>
      </p:sp>
      <p:sp>
        <p:nvSpPr>
          <p:cNvPr id="3" name="Content Placeholder 2">
            <a:extLst>
              <a:ext uri="{FF2B5EF4-FFF2-40B4-BE49-F238E27FC236}">
                <a16:creationId xmlns:a16="http://schemas.microsoft.com/office/drawing/2014/main" id="{F4C39C25-BCFC-3EEF-1C7B-6153ED8FDE21}"/>
              </a:ext>
            </a:extLst>
          </p:cNvPr>
          <p:cNvSpPr>
            <a:spLocks noGrp="1"/>
          </p:cNvSpPr>
          <p:nvPr>
            <p:ph idx="1"/>
          </p:nvPr>
        </p:nvSpPr>
        <p:spPr/>
        <p:txBody>
          <a:bodyPr>
            <a:normAutofit fontScale="92500" lnSpcReduction="10000"/>
          </a:bodyPr>
          <a:lstStyle/>
          <a:p>
            <a:r>
              <a:rPr lang="en-US" dirty="0"/>
              <a:t>prompt = </a:t>
            </a:r>
            <a:r>
              <a:rPr lang="en-US" dirty="0" err="1"/>
              <a:t>f"""You</a:t>
            </a:r>
            <a:r>
              <a:rPr lang="en-US" dirty="0"/>
              <a:t> are an expert in Java and Maven.</a:t>
            </a:r>
            <a:br>
              <a:rPr lang="en-US" dirty="0"/>
            </a:br>
            <a:r>
              <a:rPr lang="en-US" dirty="0"/>
              <a:t>You are given a </a:t>
            </a:r>
            <a:r>
              <a:rPr lang="en-US" dirty="0" err="1"/>
              <a:t>Snyk</a:t>
            </a:r>
            <a:r>
              <a:rPr lang="en-US" dirty="0"/>
              <a:t> vulnerability result (as JSON) and the contents of a pom.xml file.</a:t>
            </a:r>
            <a:br>
              <a:rPr lang="en-US" dirty="0"/>
            </a:br>
            <a:r>
              <a:rPr lang="en-US" dirty="0"/>
              <a:t>Only update the pom.xml file to fix the vulnerability by updating to the latest version.</a:t>
            </a:r>
            <a:br>
              <a:rPr lang="en-US" dirty="0"/>
            </a:br>
            <a:r>
              <a:rPr lang="en-US" dirty="0"/>
              <a:t>DO NOT remove, modify, or reorder any other dependencies or sections in the pom.xml.</a:t>
            </a:r>
            <a:br>
              <a:rPr lang="en-US" dirty="0"/>
            </a:br>
            <a:r>
              <a:rPr lang="en-US" dirty="0"/>
              <a:t>DO NOT add any comments, explanations, or markdown code blocks inside the pom.xml.</a:t>
            </a:r>
            <a:br>
              <a:rPr lang="en-US" dirty="0"/>
            </a:br>
            <a:r>
              <a:rPr lang="en-US" dirty="0"/>
              <a:t>Return ONLY the full, valid pom.xml content.</a:t>
            </a:r>
            <a:br>
              <a:rPr lang="en-US" dirty="0"/>
            </a:br>
            <a:r>
              <a:rPr lang="en-US" dirty="0"/>
              <a:t>If no changes are needed, return the pom.xml content exactly as is.</a:t>
            </a:r>
            <a:br>
              <a:rPr lang="en-US" dirty="0"/>
            </a:br>
            <a:r>
              <a:rPr lang="en-US" dirty="0"/>
              <a:t>Provide a summary report separately, not inside the pom.xml.</a:t>
            </a:r>
            <a:br>
              <a:rPr lang="en-US" dirty="0"/>
            </a:br>
            <a:r>
              <a:rPr lang="en-US" dirty="0"/>
              <a:t>### Vulnerability provided:</a:t>
            </a:r>
            <a:br>
              <a:rPr lang="en-US" dirty="0"/>
            </a:br>
            <a:r>
              <a:rPr lang="en-US" dirty="0"/>
              <a:t>{</a:t>
            </a:r>
            <a:r>
              <a:rPr lang="en-US" dirty="0" err="1"/>
              <a:t>vuln_json</a:t>
            </a:r>
            <a:r>
              <a:rPr lang="en-US" dirty="0"/>
              <a:t>}</a:t>
            </a:r>
            <a:br>
              <a:rPr lang="en-US" dirty="0"/>
            </a:br>
            <a:br>
              <a:rPr lang="en-US" dirty="0"/>
            </a:br>
            <a:r>
              <a:rPr lang="en-US" dirty="0"/>
              <a:t>### pom.xml:</a:t>
            </a:r>
            <a:br>
              <a:rPr lang="en-US" dirty="0"/>
            </a:br>
            <a:r>
              <a:rPr lang="en-US" dirty="0"/>
              <a:t>{</a:t>
            </a:r>
            <a:r>
              <a:rPr lang="en-US" dirty="0" err="1"/>
              <a:t>pom_content</a:t>
            </a:r>
            <a:r>
              <a:rPr lang="en-US" dirty="0"/>
              <a:t>}</a:t>
            </a:r>
            <a:br>
              <a:rPr lang="en-US" dirty="0"/>
            </a:br>
            <a:br>
              <a:rPr lang="en-US" dirty="0"/>
            </a:br>
            <a:r>
              <a:rPr lang="en-US" dirty="0"/>
              <a:t>### Fixed pom.xml (ONLY THE UPDATED CONTENT, NO COMMENTS OR EXPLANATION) and summary report:"""</a:t>
            </a:r>
          </a:p>
        </p:txBody>
      </p:sp>
    </p:spTree>
    <p:extLst>
      <p:ext uri="{BB962C8B-B14F-4D97-AF65-F5344CB8AC3E}">
        <p14:creationId xmlns:p14="http://schemas.microsoft.com/office/powerpoint/2010/main" val="3654858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D2A2597-4B91-7126-1D00-21FFF40BD74F}"/>
              </a:ext>
            </a:extLst>
          </p:cNvPr>
          <p:cNvSpPr txBox="1"/>
          <p:nvPr/>
        </p:nvSpPr>
        <p:spPr>
          <a:xfrm>
            <a:off x="1813809" y="2888318"/>
            <a:ext cx="5846164" cy="1015663"/>
          </a:xfrm>
          <a:prstGeom prst="rect">
            <a:avLst/>
          </a:prstGeom>
          <a:noFill/>
        </p:spPr>
        <p:txBody>
          <a:bodyPr wrap="square" rtlCol="0">
            <a:spAutoFit/>
          </a:bodyPr>
          <a:lstStyle/>
          <a:p>
            <a:pPr algn="ctr"/>
            <a:r>
              <a:rPr lang="en-US" sz="6000" dirty="0"/>
              <a:t>THANK YOU!</a:t>
            </a:r>
          </a:p>
        </p:txBody>
      </p:sp>
    </p:spTree>
    <p:extLst>
      <p:ext uri="{BB962C8B-B14F-4D97-AF65-F5344CB8AC3E}">
        <p14:creationId xmlns:p14="http://schemas.microsoft.com/office/powerpoint/2010/main" val="51815816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TM02900769[[fn=Retrospect]]</Template>
  <TotalTime>5729</TotalTime>
  <Words>866</Words>
  <Application>Microsoft Office PowerPoint</Application>
  <PresentationFormat>Widescreen</PresentationFormat>
  <Paragraphs>71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 Narrow</vt:lpstr>
      <vt:lpstr>Arial</vt:lpstr>
      <vt:lpstr>Calibri</vt:lpstr>
      <vt:lpstr>Calibri Light</vt:lpstr>
      <vt:lpstr>Wingdings</vt:lpstr>
      <vt:lpstr>Retrospect</vt:lpstr>
      <vt:lpstr>Automated Snyk Vulnerability Remediation</vt:lpstr>
      <vt:lpstr>AS IS</vt:lpstr>
      <vt:lpstr>Problem Statement</vt:lpstr>
      <vt:lpstr>Solution Overview</vt:lpstr>
      <vt:lpstr>PowerPoint Presentation</vt:lpstr>
      <vt:lpstr>PowerPoint Presentation</vt:lpstr>
      <vt:lpstr>How does it work?</vt:lpstr>
      <vt:lpstr>PowerPoint Presentation</vt:lpstr>
      <vt:lpstr>Agentic Automation benefits</vt:lpstr>
      <vt:lpstr>System Prompts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Joseph, Rosmi</dc:creator>
  <cp:lastModifiedBy>Kavitha A</cp:lastModifiedBy>
  <cp:revision>20</cp:revision>
  <dcterms:created xsi:type="dcterms:W3CDTF">2025-08-29T13:43:18Z</dcterms:created>
  <dcterms:modified xsi:type="dcterms:W3CDTF">2025-09-15T09:41:55Z</dcterms:modified>
</cp:coreProperties>
</file>